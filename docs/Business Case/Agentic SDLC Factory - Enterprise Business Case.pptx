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457" r:id="rId3"/>
    <p:sldId id="659" r:id="rId4"/>
    <p:sldId id="862" r:id="rId5"/>
    <p:sldId id="1066" r:id="rId6"/>
    <p:sldId id="1271" r:id="rId7"/>
    <p:sldId id="1477" r:id="rId8"/>
    <p:sldId id="1684" r:id="rId9"/>
    <p:sldId id="1892" r:id="rId10"/>
    <p:sldId id="2101" r:id="rId11"/>
    <p:sldId id="2311" r:id="rId12"/>
    <p:sldId id="2522" r:id="rId13"/>
    <p:sldId id="2734" r:id="rId14"/>
    <p:sldId id="294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21970B-7102-45F0-919A-DF215232A846}" v="3" dt="2026-08-31T17:40:59.210"/>
    <p1510:client id="{3A3904C2-7B6E-4289-9DEC-151B4B3A0E68}" v="36" dt="2026-08-31T18:12:47.3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1921970B-7102-45F0-919A-DF215232A846}"/>
    <pc:docChg chg="mod addSld modSld modMainMaster setSldSz">
      <pc:chgData name="" userId="" providerId="" clId="Web-{1921970B-7102-45F0-919A-DF215232A846}" dt="2026-08-31T17:40:59.210" v="2" actId="34807"/>
      <pc:docMkLst>
        <pc:docMk/>
      </pc:docMkLst>
      <pc:sldChg chg="mod setBg">
        <pc:chgData name="" userId="" providerId="" clId="Web-{1921970B-7102-45F0-919A-DF215232A846}" dt="2026-08-31T17:40:59.210" v="2" actId="34807"/>
        <pc:sldMkLst>
          <pc:docMk/>
          <pc:sldMk cId="0" sldId="256"/>
        </pc:sldMkLst>
      </pc:sldChg>
      <pc:sldChg chg="add mod setBg">
        <pc:chgData name="" userId="" providerId="" clId="Web-{1921970B-7102-45F0-919A-DF215232A846}" dt="2026-08-31T17:40:59.210" v="2" actId="34807"/>
        <pc:sldMkLst>
          <pc:docMk/>
          <pc:sldMk cId="3706534087" sldId="457"/>
        </pc:sldMkLst>
      </pc:sldChg>
      <pc:sldChg chg="add mod setBg">
        <pc:chgData name="" userId="" providerId="" clId="Web-{1921970B-7102-45F0-919A-DF215232A846}" dt="2026-08-31T17:40:59.210" v="2" actId="34807"/>
        <pc:sldMkLst>
          <pc:docMk/>
          <pc:sldMk cId="1150815798" sldId="659"/>
        </pc:sldMkLst>
      </pc:sldChg>
      <pc:sldChg chg="add mod setBg">
        <pc:chgData name="" userId="" providerId="" clId="Web-{1921970B-7102-45F0-919A-DF215232A846}" dt="2026-08-31T17:40:59.210" v="2" actId="34807"/>
        <pc:sldMkLst>
          <pc:docMk/>
          <pc:sldMk cId="4269242441" sldId="862"/>
        </pc:sldMkLst>
      </pc:sldChg>
      <pc:sldChg chg="add mod setBg">
        <pc:chgData name="" userId="" providerId="" clId="Web-{1921970B-7102-45F0-919A-DF215232A846}" dt="2026-08-31T17:40:59.210" v="2" actId="34807"/>
        <pc:sldMkLst>
          <pc:docMk/>
          <pc:sldMk cId="342887459" sldId="1066"/>
        </pc:sldMkLst>
      </pc:sldChg>
      <pc:sldChg chg="add mod setBg">
        <pc:chgData name="" userId="" providerId="" clId="Web-{1921970B-7102-45F0-919A-DF215232A846}" dt="2026-08-31T17:40:59.210" v="2" actId="34807"/>
        <pc:sldMkLst>
          <pc:docMk/>
          <pc:sldMk cId="3598199568" sldId="1271"/>
        </pc:sldMkLst>
      </pc:sldChg>
      <pc:sldChg chg="add mod setBg">
        <pc:chgData name="" userId="" providerId="" clId="Web-{1921970B-7102-45F0-919A-DF215232A846}" dt="2026-08-31T17:40:59.210" v="2" actId="34807"/>
        <pc:sldMkLst>
          <pc:docMk/>
          <pc:sldMk cId="1746158213" sldId="1477"/>
        </pc:sldMkLst>
      </pc:sldChg>
      <pc:sldChg chg="add mod setBg">
        <pc:chgData name="" userId="" providerId="" clId="Web-{1921970B-7102-45F0-919A-DF215232A846}" dt="2026-08-31T17:40:59.210" v="2" actId="34807"/>
        <pc:sldMkLst>
          <pc:docMk/>
          <pc:sldMk cId="1999651314" sldId="1684"/>
        </pc:sldMkLst>
      </pc:sldChg>
      <pc:sldChg chg="add mod setBg">
        <pc:chgData name="" userId="" providerId="" clId="Web-{1921970B-7102-45F0-919A-DF215232A846}" dt="2026-08-31T17:40:59.210" v="2" actId="34807"/>
        <pc:sldMkLst>
          <pc:docMk/>
          <pc:sldMk cId="542965971" sldId="1892"/>
        </pc:sldMkLst>
      </pc:sldChg>
      <pc:sldChg chg="add mod setBg">
        <pc:chgData name="" userId="" providerId="" clId="Web-{1921970B-7102-45F0-919A-DF215232A846}" dt="2026-08-31T17:40:59.210" v="2" actId="34807"/>
        <pc:sldMkLst>
          <pc:docMk/>
          <pc:sldMk cId="3178617738" sldId="2101"/>
        </pc:sldMkLst>
      </pc:sldChg>
      <pc:sldChg chg="add mod setBg">
        <pc:chgData name="" userId="" providerId="" clId="Web-{1921970B-7102-45F0-919A-DF215232A846}" dt="2026-08-31T17:40:59.210" v="2" actId="34807"/>
        <pc:sldMkLst>
          <pc:docMk/>
          <pc:sldMk cId="404645055" sldId="2311"/>
        </pc:sldMkLst>
      </pc:sldChg>
      <pc:sldChg chg="add mod setBg">
        <pc:chgData name="" userId="" providerId="" clId="Web-{1921970B-7102-45F0-919A-DF215232A846}" dt="2026-08-31T17:40:59.210" v="2" actId="34807"/>
        <pc:sldMkLst>
          <pc:docMk/>
          <pc:sldMk cId="549974116" sldId="2522"/>
        </pc:sldMkLst>
      </pc:sldChg>
      <pc:sldChg chg="add mod setBg">
        <pc:chgData name="" userId="" providerId="" clId="Web-{1921970B-7102-45F0-919A-DF215232A846}" dt="2026-08-31T17:40:59.210" v="2" actId="34807"/>
        <pc:sldMkLst>
          <pc:docMk/>
          <pc:sldMk cId="2748765313" sldId="2734"/>
        </pc:sldMkLst>
      </pc:sldChg>
      <pc:sldChg chg="add mod setBg">
        <pc:chgData name="" userId="" providerId="" clId="Web-{1921970B-7102-45F0-919A-DF215232A846}" dt="2026-08-31T17:40:59.210" v="2" actId="34807"/>
        <pc:sldMkLst>
          <pc:docMk/>
          <pc:sldMk cId="2948033071" sldId="2947"/>
        </pc:sldMkLst>
      </pc:sldChg>
      <pc:sldMasterChg chg="modSp modSldLayout">
        <pc:chgData name="" userId="" providerId="" clId="Web-{1921970B-7102-45F0-919A-DF215232A846}" dt="2026-08-31T17:40:44.725" v="0" actId="34807"/>
        <pc:sldMasterMkLst>
          <pc:docMk/>
          <pc:sldMasterMk cId="2209977519" sldId="2147483648"/>
        </pc:sldMasterMkLst>
        <pc:spChg chg="mod">
          <ac:chgData name="" userId="" providerId="" clId="Web-{1921970B-7102-45F0-919A-DF215232A846}" dt="2026-08-31T17:40:44.725" v="0" actId="34807"/>
          <ac:spMkLst>
            <pc:docMk/>
            <pc:sldMasterMk cId="2209977519" sldId="2147483648"/>
            <ac:spMk id="2" creationId="{00000000-0000-0000-0000-000000000000}"/>
          </ac:spMkLst>
        </pc:spChg>
        <pc:spChg chg="mod">
          <ac:chgData name="" userId="" providerId="" clId="Web-{1921970B-7102-45F0-919A-DF215232A846}" dt="2026-08-31T17:40:44.725" v="0" actId="34807"/>
          <ac:spMkLst>
            <pc:docMk/>
            <pc:sldMasterMk cId="2209977519" sldId="2147483648"/>
            <ac:spMk id="3" creationId="{00000000-0000-0000-0000-000000000000}"/>
          </ac:spMkLst>
        </pc:spChg>
        <pc:spChg chg="mod">
          <ac:chgData name="" userId="" providerId="" clId="Web-{1921970B-7102-45F0-919A-DF215232A846}" dt="2026-08-31T17:40:44.725" v="0" actId="34807"/>
          <ac:spMkLst>
            <pc:docMk/>
            <pc:sldMasterMk cId="2209977519" sldId="2147483648"/>
            <ac:spMk id="4" creationId="{00000000-0000-0000-0000-000000000000}"/>
          </ac:spMkLst>
        </pc:spChg>
        <pc:spChg chg="mod">
          <ac:chgData name="" userId="" providerId="" clId="Web-{1921970B-7102-45F0-919A-DF215232A846}" dt="2026-08-31T17:40:44.725" v="0" actId="34807"/>
          <ac:spMkLst>
            <pc:docMk/>
            <pc:sldMasterMk cId="2209977519" sldId="2147483648"/>
            <ac:spMk id="5" creationId="{00000000-0000-0000-0000-000000000000}"/>
          </ac:spMkLst>
        </pc:spChg>
        <pc:spChg chg="mod">
          <ac:chgData name="" userId="" providerId="" clId="Web-{1921970B-7102-45F0-919A-DF215232A846}" dt="2026-08-31T17:40:44.725" v="0" actId="34807"/>
          <ac:spMkLst>
            <pc:docMk/>
            <pc:sldMasterMk cId="2209977519" sldId="2147483648"/>
            <ac:spMk id="6" creationId="{00000000-0000-0000-0000-000000000000}"/>
          </ac:spMkLst>
        </pc:spChg>
        <pc:sldLayoutChg chg="modSp">
          <pc:chgData name="" userId="" providerId="" clId="Web-{1921970B-7102-45F0-919A-DF215232A846}" dt="2026-08-31T17:40:44.725" v="0" actId="34807"/>
          <pc:sldLayoutMkLst>
            <pc:docMk/>
            <pc:sldMasterMk cId="2209977519" sldId="2147483648"/>
            <pc:sldLayoutMk cId="3168075583" sldId="2147483649"/>
          </pc:sldLayoutMkLst>
          <pc:spChg chg="mod">
            <ac:chgData name="" userId="" providerId="" clId="Web-{1921970B-7102-45F0-919A-DF215232A846}" dt="2026-08-31T17:40:44.725" v="0" actId="34807"/>
            <ac:spMkLst>
              <pc:docMk/>
              <pc:sldMasterMk cId="2209977519" sldId="2147483648"/>
              <pc:sldLayoutMk cId="3168075583" sldId="2147483649"/>
              <ac:spMk id="2" creationId="{00000000-0000-0000-0000-000000000000}"/>
            </ac:spMkLst>
          </pc:spChg>
          <pc:spChg chg="mod">
            <ac:chgData name="" userId="" providerId="" clId="Web-{1921970B-7102-45F0-919A-DF215232A846}" dt="2026-08-31T17:40:44.725" v="0" actId="34807"/>
            <ac:spMkLst>
              <pc:docMk/>
              <pc:sldMasterMk cId="2209977519" sldId="2147483648"/>
              <pc:sldLayoutMk cId="3168075583" sldId="2147483649"/>
              <ac:spMk id="3" creationId="{00000000-0000-0000-0000-000000000000}"/>
            </ac:spMkLst>
          </pc:spChg>
        </pc:sldLayoutChg>
        <pc:sldLayoutChg chg="modSp">
          <pc:chgData name="" userId="" providerId="" clId="Web-{1921970B-7102-45F0-919A-DF215232A846}" dt="2026-08-31T17:40:44.725" v="0" actId="34807"/>
          <pc:sldLayoutMkLst>
            <pc:docMk/>
            <pc:sldMasterMk cId="2209977519" sldId="2147483648"/>
            <pc:sldLayoutMk cId="960648375" sldId="2147483651"/>
          </pc:sldLayoutMkLst>
          <pc:spChg chg="mod">
            <ac:chgData name="" userId="" providerId="" clId="Web-{1921970B-7102-45F0-919A-DF215232A846}" dt="2026-08-31T17:40:44.725" v="0" actId="34807"/>
            <ac:spMkLst>
              <pc:docMk/>
              <pc:sldMasterMk cId="2209977519" sldId="2147483648"/>
              <pc:sldLayoutMk cId="960648375" sldId="2147483651"/>
              <ac:spMk id="2" creationId="{00000000-0000-0000-0000-000000000000}"/>
            </ac:spMkLst>
          </pc:spChg>
          <pc:spChg chg="mod">
            <ac:chgData name="" userId="" providerId="" clId="Web-{1921970B-7102-45F0-919A-DF215232A846}" dt="2026-08-31T17:40:44.725" v="0" actId="34807"/>
            <ac:spMkLst>
              <pc:docMk/>
              <pc:sldMasterMk cId="2209977519" sldId="2147483648"/>
              <pc:sldLayoutMk cId="960648375" sldId="2147483651"/>
              <ac:spMk id="3" creationId="{00000000-0000-0000-0000-000000000000}"/>
            </ac:spMkLst>
          </pc:spChg>
        </pc:sldLayoutChg>
        <pc:sldLayoutChg chg="modSp">
          <pc:chgData name="" userId="" providerId="" clId="Web-{1921970B-7102-45F0-919A-DF215232A846}" dt="2026-08-31T17:40:44.725" v="0" actId="34807"/>
          <pc:sldLayoutMkLst>
            <pc:docMk/>
            <pc:sldMasterMk cId="2209977519" sldId="2147483648"/>
            <pc:sldLayoutMk cId="2782244947" sldId="2147483652"/>
          </pc:sldLayoutMkLst>
          <pc:spChg chg="mod">
            <ac:chgData name="" userId="" providerId="" clId="Web-{1921970B-7102-45F0-919A-DF215232A846}" dt="2026-08-31T17:40:44.725" v="0" actId="34807"/>
            <ac:spMkLst>
              <pc:docMk/>
              <pc:sldMasterMk cId="2209977519" sldId="2147483648"/>
              <pc:sldLayoutMk cId="2782244947" sldId="2147483652"/>
              <ac:spMk id="3" creationId="{00000000-0000-0000-0000-000000000000}"/>
            </ac:spMkLst>
          </pc:spChg>
          <pc:spChg chg="mod">
            <ac:chgData name="" userId="" providerId="" clId="Web-{1921970B-7102-45F0-919A-DF215232A846}" dt="2026-08-31T17:40:44.725" v="0" actId="34807"/>
            <ac:spMkLst>
              <pc:docMk/>
              <pc:sldMasterMk cId="2209977519" sldId="2147483648"/>
              <pc:sldLayoutMk cId="2782244947" sldId="2147483652"/>
              <ac:spMk id="4" creationId="{00000000-0000-0000-0000-000000000000}"/>
            </ac:spMkLst>
          </pc:spChg>
        </pc:sldLayoutChg>
        <pc:sldLayoutChg chg="modSp">
          <pc:chgData name="" userId="" providerId="" clId="Web-{1921970B-7102-45F0-919A-DF215232A846}" dt="2026-08-31T17:40:44.725" v="0" actId="34807"/>
          <pc:sldLayoutMkLst>
            <pc:docMk/>
            <pc:sldMasterMk cId="2209977519" sldId="2147483648"/>
            <pc:sldLayoutMk cId="990158736" sldId="2147483653"/>
          </pc:sldLayoutMkLst>
          <pc:spChg chg="mod">
            <ac:chgData name="" userId="" providerId="" clId="Web-{1921970B-7102-45F0-919A-DF215232A846}" dt="2026-08-31T17:40:44.725" v="0" actId="34807"/>
            <ac:spMkLst>
              <pc:docMk/>
              <pc:sldMasterMk cId="2209977519" sldId="2147483648"/>
              <pc:sldLayoutMk cId="990158736" sldId="2147483653"/>
              <ac:spMk id="3" creationId="{00000000-0000-0000-0000-000000000000}"/>
            </ac:spMkLst>
          </pc:spChg>
          <pc:spChg chg="mod">
            <ac:chgData name="" userId="" providerId="" clId="Web-{1921970B-7102-45F0-919A-DF215232A846}" dt="2026-08-31T17:40:44.725" v="0" actId="34807"/>
            <ac:spMkLst>
              <pc:docMk/>
              <pc:sldMasterMk cId="2209977519" sldId="2147483648"/>
              <pc:sldLayoutMk cId="990158736" sldId="2147483653"/>
              <ac:spMk id="4" creationId="{00000000-0000-0000-0000-000000000000}"/>
            </ac:spMkLst>
          </pc:spChg>
          <pc:spChg chg="mod">
            <ac:chgData name="" userId="" providerId="" clId="Web-{1921970B-7102-45F0-919A-DF215232A846}" dt="2026-08-31T17:40:44.725" v="0" actId="34807"/>
            <ac:spMkLst>
              <pc:docMk/>
              <pc:sldMasterMk cId="2209977519" sldId="2147483648"/>
              <pc:sldLayoutMk cId="990158736" sldId="2147483653"/>
              <ac:spMk id="5" creationId="{00000000-0000-0000-0000-000000000000}"/>
            </ac:spMkLst>
          </pc:spChg>
          <pc:spChg chg="mod">
            <ac:chgData name="" userId="" providerId="" clId="Web-{1921970B-7102-45F0-919A-DF215232A846}" dt="2026-08-31T17:40:44.725" v="0" actId="34807"/>
            <ac:spMkLst>
              <pc:docMk/>
              <pc:sldMasterMk cId="2209977519" sldId="2147483648"/>
              <pc:sldLayoutMk cId="990158736" sldId="2147483653"/>
              <ac:spMk id="6" creationId="{00000000-0000-0000-0000-000000000000}"/>
            </ac:spMkLst>
          </pc:spChg>
        </pc:sldLayoutChg>
        <pc:sldLayoutChg chg="modSp">
          <pc:chgData name="" userId="" providerId="" clId="Web-{1921970B-7102-45F0-919A-DF215232A846}" dt="2026-08-31T17:40:44.725" v="0" actId="34807"/>
          <pc:sldLayoutMkLst>
            <pc:docMk/>
            <pc:sldMasterMk cId="2209977519" sldId="2147483648"/>
            <pc:sldLayoutMk cId="1840726560" sldId="2147483656"/>
          </pc:sldLayoutMkLst>
          <pc:spChg chg="mod">
            <ac:chgData name="" userId="" providerId="" clId="Web-{1921970B-7102-45F0-919A-DF215232A846}" dt="2026-08-31T17:40:44.725" v="0" actId="34807"/>
            <ac:spMkLst>
              <pc:docMk/>
              <pc:sldMasterMk cId="2209977519" sldId="2147483648"/>
              <pc:sldLayoutMk cId="1840726560" sldId="2147483656"/>
              <ac:spMk id="2" creationId="{00000000-0000-0000-0000-000000000000}"/>
            </ac:spMkLst>
          </pc:spChg>
          <pc:spChg chg="mod">
            <ac:chgData name="" userId="" providerId="" clId="Web-{1921970B-7102-45F0-919A-DF215232A846}" dt="2026-08-31T17:40:44.725" v="0" actId="34807"/>
            <ac:spMkLst>
              <pc:docMk/>
              <pc:sldMasterMk cId="2209977519" sldId="2147483648"/>
              <pc:sldLayoutMk cId="1840726560" sldId="2147483656"/>
              <ac:spMk id="3" creationId="{00000000-0000-0000-0000-000000000000}"/>
            </ac:spMkLst>
          </pc:spChg>
          <pc:spChg chg="mod">
            <ac:chgData name="" userId="" providerId="" clId="Web-{1921970B-7102-45F0-919A-DF215232A846}" dt="2026-08-31T17:40:44.725" v="0" actId="34807"/>
            <ac:spMkLst>
              <pc:docMk/>
              <pc:sldMasterMk cId="2209977519" sldId="2147483648"/>
              <pc:sldLayoutMk cId="1840726560" sldId="2147483656"/>
              <ac:spMk id="4" creationId="{00000000-0000-0000-0000-000000000000}"/>
            </ac:spMkLst>
          </pc:spChg>
        </pc:sldLayoutChg>
        <pc:sldLayoutChg chg="modSp">
          <pc:chgData name="" userId="" providerId="" clId="Web-{1921970B-7102-45F0-919A-DF215232A846}" dt="2026-08-31T17:40:44.725" v="0" actId="34807"/>
          <pc:sldLayoutMkLst>
            <pc:docMk/>
            <pc:sldMasterMk cId="2209977519" sldId="2147483648"/>
            <pc:sldLayoutMk cId="3889236939" sldId="2147483657"/>
          </pc:sldLayoutMkLst>
          <pc:spChg chg="mod">
            <ac:chgData name="" userId="" providerId="" clId="Web-{1921970B-7102-45F0-919A-DF215232A846}" dt="2026-08-31T17:40:44.725" v="0" actId="34807"/>
            <ac:spMkLst>
              <pc:docMk/>
              <pc:sldMasterMk cId="2209977519" sldId="2147483648"/>
              <pc:sldLayoutMk cId="3889236939" sldId="2147483657"/>
              <ac:spMk id="2" creationId="{00000000-0000-0000-0000-000000000000}"/>
            </ac:spMkLst>
          </pc:spChg>
          <pc:spChg chg="mod">
            <ac:chgData name="" userId="" providerId="" clId="Web-{1921970B-7102-45F0-919A-DF215232A846}" dt="2026-08-31T17:40:44.725" v="0" actId="34807"/>
            <ac:spMkLst>
              <pc:docMk/>
              <pc:sldMasterMk cId="2209977519" sldId="2147483648"/>
              <pc:sldLayoutMk cId="3889236939" sldId="2147483657"/>
              <ac:spMk id="3" creationId="{00000000-0000-0000-0000-000000000000}"/>
            </ac:spMkLst>
          </pc:spChg>
          <pc:spChg chg="mod">
            <ac:chgData name="" userId="" providerId="" clId="Web-{1921970B-7102-45F0-919A-DF215232A846}" dt="2026-08-31T17:40:44.725" v="0" actId="34807"/>
            <ac:spMkLst>
              <pc:docMk/>
              <pc:sldMasterMk cId="2209977519" sldId="2147483648"/>
              <pc:sldLayoutMk cId="3889236939" sldId="2147483657"/>
              <ac:spMk id="4" creationId="{00000000-0000-0000-0000-000000000000}"/>
            </ac:spMkLst>
          </pc:spChg>
        </pc:sldLayoutChg>
        <pc:sldLayoutChg chg="modSp">
          <pc:chgData name="" userId="" providerId="" clId="Web-{1921970B-7102-45F0-919A-DF215232A846}" dt="2026-08-31T17:40:44.725" v="0" actId="34807"/>
          <pc:sldLayoutMkLst>
            <pc:docMk/>
            <pc:sldMasterMk cId="2209977519" sldId="2147483648"/>
            <pc:sldLayoutMk cId="3612223792" sldId="2147483659"/>
          </pc:sldLayoutMkLst>
          <pc:spChg chg="mod">
            <ac:chgData name="" userId="" providerId="" clId="Web-{1921970B-7102-45F0-919A-DF215232A846}" dt="2026-08-31T17:40:44.725" v="0" actId="34807"/>
            <ac:spMkLst>
              <pc:docMk/>
              <pc:sldMasterMk cId="2209977519" sldId="2147483648"/>
              <pc:sldLayoutMk cId="3612223792" sldId="2147483659"/>
              <ac:spMk id="2" creationId="{00000000-0000-0000-0000-000000000000}"/>
            </ac:spMkLst>
          </pc:spChg>
          <pc:spChg chg="mod">
            <ac:chgData name="" userId="" providerId="" clId="Web-{1921970B-7102-45F0-919A-DF215232A846}" dt="2026-08-31T17:40:44.725" v="0" actId="34807"/>
            <ac:spMkLst>
              <pc:docMk/>
              <pc:sldMasterMk cId="2209977519" sldId="2147483648"/>
              <pc:sldLayoutMk cId="3612223792" sldId="2147483659"/>
              <ac:spMk id="3" creationId="{00000000-0000-0000-0000-000000000000}"/>
            </ac:spMkLst>
          </pc:spChg>
        </pc:sldLayoutChg>
      </pc:sldMasterChg>
    </pc:docChg>
  </pc:docChgLst>
  <pc:docChgLst>
    <pc:chgData clId="Web-{3A3904C2-7B6E-4289-9DEC-151B4B3A0E68}"/>
    <pc:docChg chg="modSld">
      <pc:chgData name="" userId="" providerId="" clId="Web-{3A3904C2-7B6E-4289-9DEC-151B4B3A0E68}" dt="2026-08-31T18:15:25.754" v="104" actId="34807"/>
      <pc:docMkLst>
        <pc:docMk/>
      </pc:docMkLst>
      <pc:sldChg chg="addSp modSp">
        <pc:chgData name="" userId="" providerId="" clId="Web-{3A3904C2-7B6E-4289-9DEC-151B4B3A0E68}" dt="2026-08-31T17:47:22.378" v="0" actId="34807"/>
        <pc:sldMkLst>
          <pc:docMk/>
          <pc:sldMk cId="0" sldId="256"/>
        </pc:sldMkLst>
        <pc:spChg chg="add mod">
          <ac:chgData name="" userId="" providerId="" clId="Web-{3A3904C2-7B6E-4289-9DEC-151B4B3A0E68}" dt="2026-08-31T17:47:22.378" v="0" actId="34807"/>
          <ac:spMkLst>
            <pc:docMk/>
            <pc:sldMk cId="0" sldId="256"/>
            <ac:spMk id="3" creationId="{045C33C7-7ADC-9244-5484-54B635E92485}"/>
          </ac:spMkLst>
        </pc:spChg>
        <pc:spChg chg="add mod">
          <ac:chgData name="" userId="" providerId="" clId="Web-{3A3904C2-7B6E-4289-9DEC-151B4B3A0E68}" dt="2026-08-31T17:47:22.378" v="0" actId="34807"/>
          <ac:spMkLst>
            <pc:docMk/>
            <pc:sldMk cId="0" sldId="256"/>
            <ac:spMk id="5" creationId="{100B6A02-FE80-2DF1-28FA-04323CB30AF2}"/>
          </ac:spMkLst>
        </pc:spChg>
        <pc:spChg chg="add mod">
          <ac:chgData name="" userId="" providerId="" clId="Web-{3A3904C2-7B6E-4289-9DEC-151B4B3A0E68}" dt="2026-08-31T17:47:22.378" v="0" actId="34807"/>
          <ac:spMkLst>
            <pc:docMk/>
            <pc:sldMk cId="0" sldId="256"/>
            <ac:spMk id="6" creationId="{FE79DE40-480D-2506-1921-AC57086CA680}"/>
          </ac:spMkLst>
        </pc:spChg>
        <pc:spChg chg="add mod">
          <ac:chgData name="" userId="" providerId="" clId="Web-{3A3904C2-7B6E-4289-9DEC-151B4B3A0E68}" dt="2026-08-31T17:47:22.378" v="0" actId="34807"/>
          <ac:spMkLst>
            <pc:docMk/>
            <pc:sldMk cId="0" sldId="256"/>
            <ac:spMk id="7" creationId="{B2563CBF-BAE1-7195-3EE3-44137CC1A20C}"/>
          </ac:spMkLst>
        </pc:spChg>
        <pc:spChg chg="add mod">
          <ac:chgData name="" userId="" providerId="" clId="Web-{3A3904C2-7B6E-4289-9DEC-151B4B3A0E68}" dt="2026-08-31T17:47:22.378" v="0" actId="34807"/>
          <ac:spMkLst>
            <pc:docMk/>
            <pc:sldMk cId="0" sldId="256"/>
            <ac:spMk id="8" creationId="{53C7C92F-FDDC-45E2-DE80-70A8465C5076}"/>
          </ac:spMkLst>
        </pc:spChg>
        <pc:spChg chg="add mod">
          <ac:chgData name="" userId="" providerId="" clId="Web-{3A3904C2-7B6E-4289-9DEC-151B4B3A0E68}" dt="2026-08-31T17:47:22.378" v="0" actId="34807"/>
          <ac:spMkLst>
            <pc:docMk/>
            <pc:sldMk cId="0" sldId="256"/>
            <ac:spMk id="9" creationId="{300D832A-0083-CD4F-33F3-2BF0E69DE9AD}"/>
          </ac:spMkLst>
        </pc:spChg>
        <pc:spChg chg="add mod">
          <ac:chgData name="" userId="" providerId="" clId="Web-{3A3904C2-7B6E-4289-9DEC-151B4B3A0E68}" dt="2026-08-31T17:47:22.378" v="0" actId="34807"/>
          <ac:spMkLst>
            <pc:docMk/>
            <pc:sldMk cId="0" sldId="256"/>
            <ac:spMk id="10" creationId="{6CDAF5E8-B28F-A3A1-1B1A-F9E1E0CC5F16}"/>
          </ac:spMkLst>
        </pc:spChg>
        <pc:picChg chg="add">
          <ac:chgData name="" userId="" providerId="" clId="Web-{3A3904C2-7B6E-4289-9DEC-151B4B3A0E68}" dt="2026-08-31T17:47:22.378" v="0" actId="34807"/>
          <ac:picMkLst>
            <pc:docMk/>
            <pc:sldMk cId="0" sldId="256"/>
            <ac:picMk id="2" creationId="{98E086F7-DF7C-C78E-3AF7-819520DDD9BA}"/>
          </ac:picMkLst>
        </pc:picChg>
        <pc:picChg chg="add">
          <ac:chgData name="" userId="" providerId="" clId="Web-{3A3904C2-7B6E-4289-9DEC-151B4B3A0E68}" dt="2026-08-31T17:47:22.378" v="0" actId="34807"/>
          <ac:picMkLst>
            <pc:docMk/>
            <pc:sldMk cId="0" sldId="256"/>
            <ac:picMk id="4" creationId="{1F3B0E37-A8BD-BF45-48A8-DCEF53355FF9}"/>
          </ac:picMkLst>
        </pc:picChg>
      </pc:sldChg>
      <pc:sldChg chg="addSp modSp">
        <pc:chgData name="" userId="" providerId="" clId="Web-{3A3904C2-7B6E-4289-9DEC-151B4B3A0E68}" dt="2026-08-31T17:49:18.410" v="5" actId="34807"/>
        <pc:sldMkLst>
          <pc:docMk/>
          <pc:sldMk cId="3706534087" sldId="457"/>
        </pc:sldMkLst>
        <pc:spChg chg="add mod">
          <ac:chgData name="" userId="" providerId="" clId="Web-{3A3904C2-7B6E-4289-9DEC-151B4B3A0E68}" dt="2026-08-31T17:48:45.926" v="2" actId="34807"/>
          <ac:spMkLst>
            <pc:docMk/>
            <pc:sldMk cId="3706534087" sldId="457"/>
            <ac:spMk id="13" creationId="{A2FB1D99-AB08-6A7B-71C5-2AF5D2AF60A4}"/>
          </ac:spMkLst>
        </pc:spChg>
        <pc:spChg chg="add mod">
          <ac:chgData name="" userId="" providerId="" clId="Web-{3A3904C2-7B6E-4289-9DEC-151B4B3A0E68}" dt="2026-08-31T17:48:45.926" v="2" actId="34807"/>
          <ac:spMkLst>
            <pc:docMk/>
            <pc:sldMk cId="3706534087" sldId="457"/>
            <ac:spMk id="14" creationId="{5526B8B9-FA01-C53A-90E9-C43836ACA53C}"/>
          </ac:spMkLst>
        </pc:spChg>
        <pc:spChg chg="add mod">
          <ac:chgData name="" userId="" providerId="" clId="Web-{3A3904C2-7B6E-4289-9DEC-151B4B3A0E68}" dt="2026-08-31T17:48:45.926" v="2" actId="34807"/>
          <ac:spMkLst>
            <pc:docMk/>
            <pc:sldMk cId="3706534087" sldId="457"/>
            <ac:spMk id="15" creationId="{74E74106-8C9E-8181-69D8-FF8A16EB8F87}"/>
          </ac:spMkLst>
        </pc:spChg>
        <pc:spChg chg="add mod">
          <ac:chgData name="" userId="" providerId="" clId="Web-{3A3904C2-7B6E-4289-9DEC-151B4B3A0E68}" dt="2026-08-31T17:48:53.129" v="3" actId="34807"/>
          <ac:spMkLst>
            <pc:docMk/>
            <pc:sldMk cId="3706534087" sldId="457"/>
            <ac:spMk id="16" creationId="{395EAEB1-EA52-B180-1672-5A6DBB03C558}"/>
          </ac:spMkLst>
        </pc:spChg>
        <pc:spChg chg="add mod">
          <ac:chgData name="" userId="" providerId="" clId="Web-{3A3904C2-7B6E-4289-9DEC-151B4B3A0E68}" dt="2026-08-31T17:49:08.067" v="4" actId="34807"/>
          <ac:spMkLst>
            <pc:docMk/>
            <pc:sldMk cId="3706534087" sldId="457"/>
            <ac:spMk id="17" creationId="{309C2EE4-5188-62DD-E7C9-1B46F3613158}"/>
          </ac:spMkLst>
        </pc:spChg>
        <pc:spChg chg="add mod">
          <ac:chgData name="" userId="" providerId="" clId="Web-{3A3904C2-7B6E-4289-9DEC-151B4B3A0E68}" dt="2026-08-31T17:49:08.067" v="4" actId="34807"/>
          <ac:spMkLst>
            <pc:docMk/>
            <pc:sldMk cId="3706534087" sldId="457"/>
            <ac:spMk id="18" creationId="{8747C207-A60D-B4AB-9E41-0F20114C1267}"/>
          </ac:spMkLst>
        </pc:spChg>
        <pc:spChg chg="add mod">
          <ac:chgData name="" userId="" providerId="" clId="Web-{3A3904C2-7B6E-4289-9DEC-151B4B3A0E68}" dt="2026-08-31T17:49:08.067" v="4" actId="34807"/>
          <ac:spMkLst>
            <pc:docMk/>
            <pc:sldMk cId="3706534087" sldId="457"/>
            <ac:spMk id="19" creationId="{A32DADF1-6AAB-29AD-3E02-5336559A779E}"/>
          </ac:spMkLst>
        </pc:spChg>
        <pc:spChg chg="add mod">
          <ac:chgData name="" userId="" providerId="" clId="Web-{3A3904C2-7B6E-4289-9DEC-151B4B3A0E68}" dt="2026-08-31T17:49:08.067" v="4" actId="34807"/>
          <ac:spMkLst>
            <pc:docMk/>
            <pc:sldMk cId="3706534087" sldId="457"/>
            <ac:spMk id="20" creationId="{A04ECD9D-1154-7246-D267-EBA03A857033}"/>
          </ac:spMkLst>
        </pc:spChg>
        <pc:spChg chg="add mod">
          <ac:chgData name="" userId="" providerId="" clId="Web-{3A3904C2-7B6E-4289-9DEC-151B4B3A0E68}" dt="2026-08-31T17:49:18.410" v="5" actId="34807"/>
          <ac:spMkLst>
            <pc:docMk/>
            <pc:sldMk cId="3706534087" sldId="457"/>
            <ac:spMk id="21" creationId="{91FF0EEF-8A37-CAD3-7867-C8BE6072FD75}"/>
          </ac:spMkLst>
        </pc:spChg>
        <pc:spChg chg="add mod">
          <ac:chgData name="" userId="" providerId="" clId="Web-{3A3904C2-7B6E-4289-9DEC-151B4B3A0E68}" dt="2026-08-31T17:49:18.410" v="5" actId="34807"/>
          <ac:spMkLst>
            <pc:docMk/>
            <pc:sldMk cId="3706534087" sldId="457"/>
            <ac:spMk id="22" creationId="{15681212-F549-EA52-3F94-ECBF218911B4}"/>
          </ac:spMkLst>
        </pc:spChg>
        <pc:spChg chg="add mod">
          <ac:chgData name="" userId="" providerId="" clId="Web-{3A3904C2-7B6E-4289-9DEC-151B4B3A0E68}" dt="2026-08-31T17:49:18.410" v="5" actId="34807"/>
          <ac:spMkLst>
            <pc:docMk/>
            <pc:sldMk cId="3706534087" sldId="457"/>
            <ac:spMk id="23" creationId="{F3F2CB45-DA9C-5E34-7ED0-28B24B826954}"/>
          </ac:spMkLst>
        </pc:spChg>
        <pc:spChg chg="add mod">
          <ac:chgData name="" userId="" providerId="" clId="Web-{3A3904C2-7B6E-4289-9DEC-151B4B3A0E68}" dt="2026-08-31T17:49:18.410" v="5" actId="34807"/>
          <ac:spMkLst>
            <pc:docMk/>
            <pc:sldMk cId="3706534087" sldId="457"/>
            <ac:spMk id="24" creationId="{ADE8B23F-9DE7-294A-724B-6EE86843A583}"/>
          </ac:spMkLst>
        </pc:spChg>
        <pc:spChg chg="add mod">
          <ac:chgData name="" userId="" providerId="" clId="Web-{3A3904C2-7B6E-4289-9DEC-151B4B3A0E68}" dt="2026-08-31T17:49:18.410" v="5" actId="34807"/>
          <ac:spMkLst>
            <pc:docMk/>
            <pc:sldMk cId="3706534087" sldId="457"/>
            <ac:spMk id="25" creationId="{FF18A433-26C4-FF95-C1BC-037AC6B2BAF4}"/>
          </ac:spMkLst>
        </pc:spChg>
        <pc:picChg chg="add">
          <ac:chgData name="" userId="" providerId="" clId="Web-{3A3904C2-7B6E-4289-9DEC-151B4B3A0E68}" dt="2026-08-31T17:48:36.598" v="1" actId="34807"/>
          <ac:picMkLst>
            <pc:docMk/>
            <pc:sldMk cId="3706534087" sldId="457"/>
            <ac:picMk id="12" creationId="{C5915F32-F66C-4865-B16F-9A58FB016031}"/>
          </ac:picMkLst>
        </pc:picChg>
      </pc:sldChg>
      <pc:sldChg chg="addSp modSp">
        <pc:chgData name="" userId="" providerId="" clId="Web-{3A3904C2-7B6E-4289-9DEC-151B4B3A0E68}" dt="2026-08-31T17:58:17.103" v="58" actId="34807"/>
        <pc:sldMkLst>
          <pc:docMk/>
          <pc:sldMk cId="1150815798" sldId="659"/>
        </pc:sldMkLst>
        <pc:spChg chg="add mod">
          <ac:chgData name="" userId="" providerId="" clId="Web-{3A3904C2-7B6E-4289-9DEC-151B4B3A0E68}" dt="2026-08-31T17:50:56.646" v="7" actId="34807"/>
          <ac:spMkLst>
            <pc:docMk/>
            <pc:sldMk cId="1150815798" sldId="659"/>
            <ac:spMk id="28" creationId="{118264B2-CE69-0833-73ED-1473AEE552F1}"/>
          </ac:spMkLst>
        </pc:spChg>
        <pc:spChg chg="add mod">
          <ac:chgData name="" userId="" providerId="" clId="Web-{3A3904C2-7B6E-4289-9DEC-151B4B3A0E68}" dt="2026-08-31T17:50:56.646" v="7" actId="34807"/>
          <ac:spMkLst>
            <pc:docMk/>
            <pc:sldMk cId="1150815798" sldId="659"/>
            <ac:spMk id="29" creationId="{4BC55216-87FE-0EDC-9B6F-C1EE899AFC2B}"/>
          </ac:spMkLst>
        </pc:spChg>
        <pc:spChg chg="add mod">
          <ac:chgData name="" userId="" providerId="" clId="Web-{3A3904C2-7B6E-4289-9DEC-151B4B3A0E68}" dt="2026-08-31T17:50:56.646" v="7" actId="34807"/>
          <ac:spMkLst>
            <pc:docMk/>
            <pc:sldMk cId="1150815798" sldId="659"/>
            <ac:spMk id="30" creationId="{D141B90C-5C4E-1D1E-A3AA-D94C6C62F07B}"/>
          </ac:spMkLst>
        </pc:spChg>
        <pc:spChg chg="add mod">
          <ac:chgData name="" userId="" providerId="" clId="Web-{3A3904C2-7B6E-4289-9DEC-151B4B3A0E68}" dt="2026-08-31T17:58:17.103" v="58" actId="34807"/>
          <ac:spMkLst>
            <pc:docMk/>
            <pc:sldMk cId="1150815798" sldId="659"/>
            <ac:spMk id="31" creationId="{E5E290CA-08C7-9463-EBB0-C2C60F7A84B5}"/>
          </ac:spMkLst>
        </pc:spChg>
        <pc:spChg chg="add mod">
          <ac:chgData name="" userId="" providerId="" clId="Web-{3A3904C2-7B6E-4289-9DEC-151B4B3A0E68}" dt="2026-08-31T17:51:07.208" v="8" actId="34807"/>
          <ac:spMkLst>
            <pc:docMk/>
            <pc:sldMk cId="1150815798" sldId="659"/>
            <ac:spMk id="32" creationId="{A0E60EB6-240F-1A72-D03E-3CD5B11C1865}"/>
          </ac:spMkLst>
        </pc:spChg>
        <pc:spChg chg="add mod">
          <ac:chgData name="" userId="" providerId="" clId="Web-{3A3904C2-7B6E-4289-9DEC-151B4B3A0E68}" dt="2026-08-31T17:51:07.208" v="8" actId="34807"/>
          <ac:spMkLst>
            <pc:docMk/>
            <pc:sldMk cId="1150815798" sldId="659"/>
            <ac:spMk id="33" creationId="{C59F98BA-35C5-916E-744B-53577FC15DBB}"/>
          </ac:spMkLst>
        </pc:spChg>
        <pc:spChg chg="add mod">
          <ac:chgData name="" userId="" providerId="" clId="Web-{3A3904C2-7B6E-4289-9DEC-151B4B3A0E68}" dt="2026-08-31T17:51:07.208" v="8" actId="34807"/>
          <ac:spMkLst>
            <pc:docMk/>
            <pc:sldMk cId="1150815798" sldId="659"/>
            <ac:spMk id="34" creationId="{E0924BD6-EA34-8C4D-86C0-0A00BE0B4B5D}"/>
          </ac:spMkLst>
        </pc:spChg>
        <pc:spChg chg="add mod">
          <ac:chgData name="" userId="" providerId="" clId="Web-{3A3904C2-7B6E-4289-9DEC-151B4B3A0E68}" dt="2026-08-31T17:51:07.208" v="8" actId="34807"/>
          <ac:spMkLst>
            <pc:docMk/>
            <pc:sldMk cId="1150815798" sldId="659"/>
            <ac:spMk id="35" creationId="{2AE01EF9-61FD-2749-BCBB-47CDB0F4B6D1}"/>
          </ac:spMkLst>
        </pc:spChg>
        <pc:spChg chg="add mod">
          <ac:chgData name="" userId="" providerId="" clId="Web-{3A3904C2-7B6E-4289-9DEC-151B4B3A0E68}" dt="2026-08-31T17:58:17.103" v="58" actId="34807"/>
          <ac:spMkLst>
            <pc:docMk/>
            <pc:sldMk cId="1150815798" sldId="659"/>
            <ac:spMk id="36" creationId="{304EEDCB-22EA-19CA-B9A0-8E320DB66EAF}"/>
          </ac:spMkLst>
        </pc:spChg>
        <pc:spChg chg="add mod">
          <ac:chgData name="" userId="" providerId="" clId="Web-{3A3904C2-7B6E-4289-9DEC-151B4B3A0E68}" dt="2026-08-31T17:51:15.005" v="9" actId="34807"/>
          <ac:spMkLst>
            <pc:docMk/>
            <pc:sldMk cId="1150815798" sldId="659"/>
            <ac:spMk id="37" creationId="{08BCA903-34C0-E3E9-7D51-77D9A884C99A}"/>
          </ac:spMkLst>
        </pc:spChg>
        <pc:spChg chg="add mod">
          <ac:chgData name="" userId="" providerId="" clId="Web-{3A3904C2-7B6E-4289-9DEC-151B4B3A0E68}" dt="2026-08-31T17:51:15.005" v="9" actId="34807"/>
          <ac:spMkLst>
            <pc:docMk/>
            <pc:sldMk cId="1150815798" sldId="659"/>
            <ac:spMk id="38" creationId="{F76DCD0C-DC99-13EE-8498-C19AF3009B22}"/>
          </ac:spMkLst>
        </pc:spChg>
        <pc:spChg chg="add mod">
          <ac:chgData name="" userId="" providerId="" clId="Web-{3A3904C2-7B6E-4289-9DEC-151B4B3A0E68}" dt="2026-08-31T17:51:15.005" v="9" actId="34807"/>
          <ac:spMkLst>
            <pc:docMk/>
            <pc:sldMk cId="1150815798" sldId="659"/>
            <ac:spMk id="39" creationId="{C6D309BA-1077-1A90-7ECA-EDDFD2EE1153}"/>
          </ac:spMkLst>
        </pc:spChg>
        <pc:spChg chg="add mod">
          <ac:chgData name="" userId="" providerId="" clId="Web-{3A3904C2-7B6E-4289-9DEC-151B4B3A0E68}" dt="2026-08-31T17:51:15.005" v="9" actId="34807"/>
          <ac:spMkLst>
            <pc:docMk/>
            <pc:sldMk cId="1150815798" sldId="659"/>
            <ac:spMk id="40" creationId="{C67A6940-F071-A006-0E00-E0A04880FF48}"/>
          </ac:spMkLst>
        </pc:spChg>
        <pc:spChg chg="add mod">
          <ac:chgData name="" userId="" providerId="" clId="Web-{3A3904C2-7B6E-4289-9DEC-151B4B3A0E68}" dt="2026-08-31T17:58:17.103" v="58" actId="34807"/>
          <ac:spMkLst>
            <pc:docMk/>
            <pc:sldMk cId="1150815798" sldId="659"/>
            <ac:spMk id="41" creationId="{EF5B381C-63D3-E3CF-19CE-DF583782E1EC}"/>
          </ac:spMkLst>
        </pc:spChg>
        <pc:spChg chg="add mod">
          <ac:chgData name="" userId="" providerId="" clId="Web-{3A3904C2-7B6E-4289-9DEC-151B4B3A0E68}" dt="2026-08-31T17:51:22.896" v="10" actId="34807"/>
          <ac:spMkLst>
            <pc:docMk/>
            <pc:sldMk cId="1150815798" sldId="659"/>
            <ac:spMk id="42" creationId="{A9557AE5-72C8-E5D0-798B-36777A01FE1D}"/>
          </ac:spMkLst>
        </pc:spChg>
        <pc:spChg chg="add mod">
          <ac:chgData name="" userId="" providerId="" clId="Web-{3A3904C2-7B6E-4289-9DEC-151B4B3A0E68}" dt="2026-08-31T17:51:22.896" v="10" actId="34807"/>
          <ac:spMkLst>
            <pc:docMk/>
            <pc:sldMk cId="1150815798" sldId="659"/>
            <ac:spMk id="43" creationId="{FBF62B65-32F3-2279-1FBE-5B226D4E1E6D}"/>
          </ac:spMkLst>
        </pc:spChg>
        <pc:spChg chg="add mod">
          <ac:chgData name="" userId="" providerId="" clId="Web-{3A3904C2-7B6E-4289-9DEC-151B4B3A0E68}" dt="2026-08-31T17:51:22.896" v="10" actId="34807"/>
          <ac:spMkLst>
            <pc:docMk/>
            <pc:sldMk cId="1150815798" sldId="659"/>
            <ac:spMk id="44" creationId="{99D52331-F2C6-6DB5-2B74-F26495E2B509}"/>
          </ac:spMkLst>
        </pc:spChg>
        <pc:spChg chg="add mod">
          <ac:chgData name="" userId="" providerId="" clId="Web-{3A3904C2-7B6E-4289-9DEC-151B4B3A0E68}" dt="2026-08-31T17:51:22.896" v="10" actId="34807"/>
          <ac:spMkLst>
            <pc:docMk/>
            <pc:sldMk cId="1150815798" sldId="659"/>
            <ac:spMk id="45" creationId="{C15797E9-545D-5899-5F87-5EC676B153C3}"/>
          </ac:spMkLst>
        </pc:spChg>
        <pc:spChg chg="add mod">
          <ac:chgData name="" userId="" providerId="" clId="Web-{3A3904C2-7B6E-4289-9DEC-151B4B3A0E68}" dt="2026-08-31T17:58:17.103" v="58" actId="34807"/>
          <ac:spMkLst>
            <pc:docMk/>
            <pc:sldMk cId="1150815798" sldId="659"/>
            <ac:spMk id="46" creationId="{F5EC21FF-355C-0135-60DC-8E1BE9398166}"/>
          </ac:spMkLst>
        </pc:spChg>
        <pc:spChg chg="add mod">
          <ac:chgData name="" userId="" providerId="" clId="Web-{3A3904C2-7B6E-4289-9DEC-151B4B3A0E68}" dt="2026-08-31T17:51:29.959" v="11" actId="34807"/>
          <ac:spMkLst>
            <pc:docMk/>
            <pc:sldMk cId="1150815798" sldId="659"/>
            <ac:spMk id="47" creationId="{FEA4E1F6-7E7B-B885-A174-A25BF56D39B1}"/>
          </ac:spMkLst>
        </pc:spChg>
        <pc:spChg chg="add mod">
          <ac:chgData name="" userId="" providerId="" clId="Web-{3A3904C2-7B6E-4289-9DEC-151B4B3A0E68}" dt="2026-08-31T17:51:29.959" v="11" actId="34807"/>
          <ac:spMkLst>
            <pc:docMk/>
            <pc:sldMk cId="1150815798" sldId="659"/>
            <ac:spMk id="48" creationId="{B2474326-0AB2-434E-2EDB-8F80A9FCDC57}"/>
          </ac:spMkLst>
        </pc:spChg>
        <pc:spChg chg="add mod">
          <ac:chgData name="" userId="" providerId="" clId="Web-{3A3904C2-7B6E-4289-9DEC-151B4B3A0E68}" dt="2026-08-31T17:51:29.959" v="11" actId="34807"/>
          <ac:spMkLst>
            <pc:docMk/>
            <pc:sldMk cId="1150815798" sldId="659"/>
            <ac:spMk id="49" creationId="{F47FD01F-3BDF-7FC5-6F31-CC28E608F0AF}"/>
          </ac:spMkLst>
        </pc:spChg>
        <pc:spChg chg="add mod">
          <ac:chgData name="" userId="" providerId="" clId="Web-{3A3904C2-7B6E-4289-9DEC-151B4B3A0E68}" dt="2026-08-31T17:51:29.959" v="11" actId="34807"/>
          <ac:spMkLst>
            <pc:docMk/>
            <pc:sldMk cId="1150815798" sldId="659"/>
            <ac:spMk id="50" creationId="{1D9FC499-76E0-DF67-2192-C986CEB15B27}"/>
          </ac:spMkLst>
        </pc:spChg>
        <pc:picChg chg="add">
          <ac:chgData name="" userId="" providerId="" clId="Web-{3A3904C2-7B6E-4289-9DEC-151B4B3A0E68}" dt="2026-08-31T17:50:44.818" v="6" actId="34807"/>
          <ac:picMkLst>
            <pc:docMk/>
            <pc:sldMk cId="1150815798" sldId="659"/>
            <ac:picMk id="27" creationId="{7444CC61-FC64-1039-4A50-80F796D94ABB}"/>
          </ac:picMkLst>
        </pc:picChg>
      </pc:sldChg>
      <pc:sldChg chg="addSp modSp">
        <pc:chgData name="" userId="" providerId="" clId="Web-{3A3904C2-7B6E-4289-9DEC-151B4B3A0E68}" dt="2026-08-31T18:09:11.063" v="89" actId="34807"/>
        <pc:sldMkLst>
          <pc:docMk/>
          <pc:sldMk cId="4269242441" sldId="862"/>
        </pc:sldMkLst>
        <pc:spChg chg="add mod">
          <ac:chgData name="" userId="" providerId="" clId="Web-{3A3904C2-7B6E-4289-9DEC-151B4B3A0E68}" dt="2026-08-31T17:52:09.943" v="13" actId="34807"/>
          <ac:spMkLst>
            <pc:docMk/>
            <pc:sldMk cId="4269242441" sldId="862"/>
            <ac:spMk id="53" creationId="{6826443E-79AE-5CEB-A652-EEF6D4EA6172}"/>
          </ac:spMkLst>
        </pc:spChg>
        <pc:spChg chg="add mod">
          <ac:chgData name="" userId="" providerId="" clId="Web-{3A3904C2-7B6E-4289-9DEC-151B4B3A0E68}" dt="2026-08-31T17:52:09.943" v="13" actId="34807"/>
          <ac:spMkLst>
            <pc:docMk/>
            <pc:sldMk cId="4269242441" sldId="862"/>
            <ac:spMk id="54" creationId="{F6CB6749-C1D7-FC6F-0A08-472C335F04E9}"/>
          </ac:spMkLst>
        </pc:spChg>
        <pc:spChg chg="add mod">
          <ac:chgData name="" userId="" providerId="" clId="Web-{3A3904C2-7B6E-4289-9DEC-151B4B3A0E68}" dt="2026-08-31T17:52:09.943" v="13" actId="34807"/>
          <ac:spMkLst>
            <pc:docMk/>
            <pc:sldMk cId="4269242441" sldId="862"/>
            <ac:spMk id="55" creationId="{7789A2CA-C5D3-5827-8EE4-6B22D38E2821}"/>
          </ac:spMkLst>
        </pc:spChg>
        <pc:spChg chg="add mod">
          <ac:chgData name="" userId="" providerId="" clId="Web-{3A3904C2-7B6E-4289-9DEC-151B4B3A0E68}" dt="2026-08-31T17:52:09.943" v="13" actId="34807"/>
          <ac:spMkLst>
            <pc:docMk/>
            <pc:sldMk cId="4269242441" sldId="862"/>
            <ac:spMk id="56" creationId="{9482DF01-978D-DC8F-5DA4-9E8353C7DC27}"/>
          </ac:spMkLst>
        </pc:spChg>
        <pc:spChg chg="add mod">
          <ac:chgData name="" userId="" providerId="" clId="Web-{3A3904C2-7B6E-4289-9DEC-151B4B3A0E68}" dt="2026-08-31T17:52:18.115" v="14" actId="34807"/>
          <ac:spMkLst>
            <pc:docMk/>
            <pc:sldMk cId="4269242441" sldId="862"/>
            <ac:spMk id="57" creationId="{84F4E5B2-0912-E590-B251-E2A560DC79C8}"/>
          </ac:spMkLst>
        </pc:spChg>
        <pc:spChg chg="add mod">
          <ac:chgData name="" userId="" providerId="" clId="Web-{3A3904C2-7B6E-4289-9DEC-151B4B3A0E68}" dt="2026-08-31T18:09:03.141" v="88" actId="34807"/>
          <ac:spMkLst>
            <pc:docMk/>
            <pc:sldMk cId="4269242441" sldId="862"/>
            <ac:spMk id="58" creationId="{352BD894-119A-2A80-7A49-ED9944BCD080}"/>
          </ac:spMkLst>
        </pc:spChg>
        <pc:spChg chg="add mod">
          <ac:chgData name="" userId="" providerId="" clId="Web-{3A3904C2-7B6E-4289-9DEC-151B4B3A0E68}" dt="2026-08-31T18:09:03.141" v="88" actId="34807"/>
          <ac:spMkLst>
            <pc:docMk/>
            <pc:sldMk cId="4269242441" sldId="862"/>
            <ac:spMk id="59" creationId="{59707E8B-9A6C-95A2-C57C-33D59B0D33D3}"/>
          </ac:spMkLst>
        </pc:spChg>
        <pc:spChg chg="add mod">
          <ac:chgData name="" userId="" providerId="" clId="Web-{3A3904C2-7B6E-4289-9DEC-151B4B3A0E68}" dt="2026-08-31T17:52:18.115" v="14" actId="34807"/>
          <ac:spMkLst>
            <pc:docMk/>
            <pc:sldMk cId="4269242441" sldId="862"/>
            <ac:spMk id="60" creationId="{4A3DA99E-48BC-218A-1E24-838B30173C5A}"/>
          </ac:spMkLst>
        </pc:spChg>
        <pc:spChg chg="add mod">
          <ac:chgData name="" userId="" providerId="" clId="Web-{3A3904C2-7B6E-4289-9DEC-151B4B3A0E68}" dt="2026-08-31T17:52:18.115" v="14" actId="34807"/>
          <ac:spMkLst>
            <pc:docMk/>
            <pc:sldMk cId="4269242441" sldId="862"/>
            <ac:spMk id="61" creationId="{EF440120-12B9-53B8-3130-8C42B58F3285}"/>
          </ac:spMkLst>
        </pc:spChg>
        <pc:spChg chg="add mod">
          <ac:chgData name="" userId="" providerId="" clId="Web-{3A3904C2-7B6E-4289-9DEC-151B4B3A0E68}" dt="2026-08-31T18:09:03.141" v="88" actId="34807"/>
          <ac:spMkLst>
            <pc:docMk/>
            <pc:sldMk cId="4269242441" sldId="862"/>
            <ac:spMk id="62" creationId="{97B583BA-373C-C604-5E81-32DFDE392A9C}"/>
          </ac:spMkLst>
        </pc:spChg>
        <pc:spChg chg="add mod">
          <ac:chgData name="" userId="" providerId="" clId="Web-{3A3904C2-7B6E-4289-9DEC-151B4B3A0E68}" dt="2026-08-31T18:09:03.141" v="88" actId="34807"/>
          <ac:spMkLst>
            <pc:docMk/>
            <pc:sldMk cId="4269242441" sldId="862"/>
            <ac:spMk id="63" creationId="{E71C1188-BBBD-8D3F-8A45-0643455FDB8F}"/>
          </ac:spMkLst>
        </pc:spChg>
        <pc:spChg chg="add mod">
          <ac:chgData name="" userId="" providerId="" clId="Web-{3A3904C2-7B6E-4289-9DEC-151B4B3A0E68}" dt="2026-08-31T17:52:25.506" v="15" actId="34807"/>
          <ac:spMkLst>
            <pc:docMk/>
            <pc:sldMk cId="4269242441" sldId="862"/>
            <ac:spMk id="64" creationId="{0BF13E49-F508-E7B0-EA4B-CE32C3B31A8E}"/>
          </ac:spMkLst>
        </pc:spChg>
        <pc:spChg chg="add mod">
          <ac:chgData name="" userId="" providerId="" clId="Web-{3A3904C2-7B6E-4289-9DEC-151B4B3A0E68}" dt="2026-08-31T17:52:25.506" v="15" actId="34807"/>
          <ac:spMkLst>
            <pc:docMk/>
            <pc:sldMk cId="4269242441" sldId="862"/>
            <ac:spMk id="65" creationId="{64B75AFD-65A1-832C-5B4F-18ADCB8DEA7A}"/>
          </ac:spMkLst>
        </pc:spChg>
        <pc:spChg chg="add mod">
          <ac:chgData name="" userId="" providerId="" clId="Web-{3A3904C2-7B6E-4289-9DEC-151B4B3A0E68}" dt="2026-08-31T18:09:03.141" v="88" actId="34807"/>
          <ac:spMkLst>
            <pc:docMk/>
            <pc:sldMk cId="4269242441" sldId="862"/>
            <ac:spMk id="66" creationId="{613711B9-DA72-1573-C5D6-2E7D17B289F9}"/>
          </ac:spMkLst>
        </pc:spChg>
        <pc:spChg chg="add mod">
          <ac:chgData name="" userId="" providerId="" clId="Web-{3A3904C2-7B6E-4289-9DEC-151B4B3A0E68}" dt="2026-08-31T18:09:11.063" v="89" actId="34807"/>
          <ac:spMkLst>
            <pc:docMk/>
            <pc:sldMk cId="4269242441" sldId="862"/>
            <ac:spMk id="67" creationId="{B32A11EF-45FF-3012-32F7-6B45C6E43322}"/>
          </ac:spMkLst>
        </pc:spChg>
        <pc:spChg chg="add mod">
          <ac:chgData name="" userId="" providerId="" clId="Web-{3A3904C2-7B6E-4289-9DEC-151B4B3A0E68}" dt="2026-08-31T17:52:33.584" v="16" actId="34807"/>
          <ac:spMkLst>
            <pc:docMk/>
            <pc:sldMk cId="4269242441" sldId="862"/>
            <ac:spMk id="68" creationId="{3640E4C6-CF88-570F-569C-913B7E73E0AC}"/>
          </ac:spMkLst>
        </pc:spChg>
        <pc:spChg chg="add mod">
          <ac:chgData name="" userId="" providerId="" clId="Web-{3A3904C2-7B6E-4289-9DEC-151B4B3A0E68}" dt="2026-08-31T17:52:33.584" v="16" actId="34807"/>
          <ac:spMkLst>
            <pc:docMk/>
            <pc:sldMk cId="4269242441" sldId="862"/>
            <ac:spMk id="69" creationId="{B48A616B-E777-B18D-D2BF-EA0F6382A935}"/>
          </ac:spMkLst>
        </pc:spChg>
        <pc:spChg chg="add mod">
          <ac:chgData name="" userId="" providerId="" clId="Web-{3A3904C2-7B6E-4289-9DEC-151B4B3A0E68}" dt="2026-08-31T18:09:11.063" v="89" actId="34807"/>
          <ac:spMkLst>
            <pc:docMk/>
            <pc:sldMk cId="4269242441" sldId="862"/>
            <ac:spMk id="70" creationId="{0C9F9882-D0E4-3554-D3CA-C987C92DA77E}"/>
          </ac:spMkLst>
        </pc:spChg>
        <pc:spChg chg="add mod">
          <ac:chgData name="" userId="" providerId="" clId="Web-{3A3904C2-7B6E-4289-9DEC-151B4B3A0E68}" dt="2026-08-31T18:09:11.063" v="89" actId="34807"/>
          <ac:spMkLst>
            <pc:docMk/>
            <pc:sldMk cId="4269242441" sldId="862"/>
            <ac:spMk id="71" creationId="{42FFF9B7-9EC0-B6B6-8E87-9A33CC969437}"/>
          </ac:spMkLst>
        </pc:spChg>
        <pc:picChg chg="add">
          <ac:chgData name="" userId="" providerId="" clId="Web-{3A3904C2-7B6E-4289-9DEC-151B4B3A0E68}" dt="2026-08-31T17:52:03.162" v="12" actId="34807"/>
          <ac:picMkLst>
            <pc:docMk/>
            <pc:sldMk cId="4269242441" sldId="862"/>
            <ac:picMk id="52" creationId="{BEA4BCA3-A3DF-AEFD-CAA9-1FE1ED447D76}"/>
          </ac:picMkLst>
        </pc:picChg>
      </pc:sldChg>
      <pc:sldChg chg="addSp delSp modSp">
        <pc:chgData name="" userId="" providerId="" clId="Web-{3A3904C2-7B6E-4289-9DEC-151B4B3A0E68}" dt="2026-08-31T18:05:01.138" v="70" actId="34807"/>
        <pc:sldMkLst>
          <pc:docMk/>
          <pc:sldMk cId="342887459" sldId="1066"/>
        </pc:sldMkLst>
        <pc:spChg chg="add mod">
          <ac:chgData name="" userId="" providerId="" clId="Web-{3A3904C2-7B6E-4289-9DEC-151B4B3A0E68}" dt="2026-08-31T17:52:53.288" v="18" actId="34807"/>
          <ac:spMkLst>
            <pc:docMk/>
            <pc:sldMk cId="342887459" sldId="1066"/>
            <ac:spMk id="74" creationId="{9CBE757E-C287-5F89-5997-4E4EB6AD2CA8}"/>
          </ac:spMkLst>
        </pc:spChg>
        <pc:spChg chg="add mod">
          <ac:chgData name="" userId="" providerId="" clId="Web-{3A3904C2-7B6E-4289-9DEC-151B4B3A0E68}" dt="2026-08-31T17:52:53.288" v="18" actId="34807"/>
          <ac:spMkLst>
            <pc:docMk/>
            <pc:sldMk cId="342887459" sldId="1066"/>
            <ac:spMk id="75" creationId="{1E3727C4-74C8-ABF7-0DB0-90C5A42473FD}"/>
          </ac:spMkLst>
        </pc:spChg>
        <pc:spChg chg="add mod">
          <ac:chgData name="" userId="" providerId="" clId="Web-{3A3904C2-7B6E-4289-9DEC-151B4B3A0E68}" dt="2026-08-31T18:03:36.919" v="64" actId="34807"/>
          <ac:spMkLst>
            <pc:docMk/>
            <pc:sldMk cId="342887459" sldId="1066"/>
            <ac:spMk id="76" creationId="{2DDA6743-EED8-C830-1638-457D71B61154}"/>
          </ac:spMkLst>
        </pc:spChg>
        <pc:spChg chg="add mod">
          <ac:chgData name="" userId="" providerId="" clId="Web-{3A3904C2-7B6E-4289-9DEC-151B4B3A0E68}" dt="2026-08-31T18:03:36.919" v="64" actId="34807"/>
          <ac:spMkLst>
            <pc:docMk/>
            <pc:sldMk cId="342887459" sldId="1066"/>
            <ac:spMk id="78" creationId="{AF975313-C147-59E0-E5FE-1C5C949ECA10}"/>
          </ac:spMkLst>
        </pc:spChg>
        <pc:spChg chg="add mod">
          <ac:chgData name="" userId="" providerId="" clId="Web-{3A3904C2-7B6E-4289-9DEC-151B4B3A0E68}" dt="2026-08-31T18:04:37.138" v="67" actId="34807"/>
          <ac:spMkLst>
            <pc:docMk/>
            <pc:sldMk cId="342887459" sldId="1066"/>
            <ac:spMk id="214" creationId="{87663D98-E9C7-0555-3DB9-BE4438D2C99D}"/>
          </ac:spMkLst>
        </pc:spChg>
        <pc:spChg chg="add mod">
          <ac:chgData name="" userId="" providerId="" clId="Web-{3A3904C2-7B6E-4289-9DEC-151B4B3A0E68}" dt="2026-08-31T18:04:37.138" v="67" actId="34807"/>
          <ac:spMkLst>
            <pc:docMk/>
            <pc:sldMk cId="342887459" sldId="1066"/>
            <ac:spMk id="215" creationId="{2EB54EBB-8A33-93F8-247A-0914E0B052A4}"/>
          </ac:spMkLst>
        </pc:spChg>
        <pc:spChg chg="add mod">
          <ac:chgData name="" userId="" providerId="" clId="Web-{3A3904C2-7B6E-4289-9DEC-151B4B3A0E68}" dt="2026-08-31T18:04:37.138" v="67" actId="34807"/>
          <ac:spMkLst>
            <pc:docMk/>
            <pc:sldMk cId="342887459" sldId="1066"/>
            <ac:spMk id="216" creationId="{D929F1A8-3ABB-9C7C-808E-15BB65D23B9B}"/>
          </ac:spMkLst>
        </pc:spChg>
        <pc:spChg chg="add mod">
          <ac:chgData name="" userId="" providerId="" clId="Web-{3A3904C2-7B6E-4289-9DEC-151B4B3A0E68}" dt="2026-08-31T18:04:37.138" v="67" actId="34807"/>
          <ac:spMkLst>
            <pc:docMk/>
            <pc:sldMk cId="342887459" sldId="1066"/>
            <ac:spMk id="217" creationId="{0B044FC1-6847-5C1A-9B1B-F9671BE1785F}"/>
          </ac:spMkLst>
        </pc:spChg>
        <pc:spChg chg="add mod">
          <ac:chgData name="" userId="" providerId="" clId="Web-{3A3904C2-7B6E-4289-9DEC-151B4B3A0E68}" dt="2026-08-31T18:04:37.138" v="67" actId="34807"/>
          <ac:spMkLst>
            <pc:docMk/>
            <pc:sldMk cId="342887459" sldId="1066"/>
            <ac:spMk id="218" creationId="{31E18602-CF81-4E6C-37C3-10E070A9DD30}"/>
          </ac:spMkLst>
        </pc:spChg>
        <pc:spChg chg="add mod">
          <ac:chgData name="" userId="" providerId="" clId="Web-{3A3904C2-7B6E-4289-9DEC-151B4B3A0E68}" dt="2026-08-31T18:04:45.044" v="68" actId="34807"/>
          <ac:spMkLst>
            <pc:docMk/>
            <pc:sldMk cId="342887459" sldId="1066"/>
            <ac:spMk id="219" creationId="{48DC0899-5BA3-11D3-9C18-D994F8BAF038}"/>
          </ac:spMkLst>
        </pc:spChg>
        <pc:spChg chg="add mod">
          <ac:chgData name="" userId="" providerId="" clId="Web-{3A3904C2-7B6E-4289-9DEC-151B4B3A0E68}" dt="2026-08-31T18:04:45.044" v="68" actId="34807"/>
          <ac:spMkLst>
            <pc:docMk/>
            <pc:sldMk cId="342887459" sldId="1066"/>
            <ac:spMk id="220" creationId="{0C32AFEA-E17F-324E-432D-0D6FFF0F4727}"/>
          </ac:spMkLst>
        </pc:spChg>
        <pc:spChg chg="add mod">
          <ac:chgData name="" userId="" providerId="" clId="Web-{3A3904C2-7B6E-4289-9DEC-151B4B3A0E68}" dt="2026-08-31T18:04:45.044" v="68" actId="34807"/>
          <ac:spMkLst>
            <pc:docMk/>
            <pc:sldMk cId="342887459" sldId="1066"/>
            <ac:spMk id="221" creationId="{DAEF4142-3CAB-9163-5AD8-7CD2842B6E46}"/>
          </ac:spMkLst>
        </pc:spChg>
        <pc:spChg chg="add mod">
          <ac:chgData name="" userId="" providerId="" clId="Web-{3A3904C2-7B6E-4289-9DEC-151B4B3A0E68}" dt="2026-08-31T18:04:45.044" v="68" actId="34807"/>
          <ac:spMkLst>
            <pc:docMk/>
            <pc:sldMk cId="342887459" sldId="1066"/>
            <ac:spMk id="222" creationId="{2916B911-8B1A-98A7-C5AE-2891AC6C562F}"/>
          </ac:spMkLst>
        </pc:spChg>
        <pc:spChg chg="add mod">
          <ac:chgData name="" userId="" providerId="" clId="Web-{3A3904C2-7B6E-4289-9DEC-151B4B3A0E68}" dt="2026-08-31T18:04:45.044" v="68" actId="34807"/>
          <ac:spMkLst>
            <pc:docMk/>
            <pc:sldMk cId="342887459" sldId="1066"/>
            <ac:spMk id="223" creationId="{E70153A9-8C6F-2EB8-9520-40248CA0E3C5}"/>
          </ac:spMkLst>
        </pc:spChg>
        <pc:spChg chg="add mod">
          <ac:chgData name="" userId="" providerId="" clId="Web-{3A3904C2-7B6E-4289-9DEC-151B4B3A0E68}" dt="2026-08-31T18:04:53.919" v="69" actId="34807"/>
          <ac:spMkLst>
            <pc:docMk/>
            <pc:sldMk cId="342887459" sldId="1066"/>
            <ac:spMk id="224" creationId="{816A9BED-F380-AFB0-44CB-F0650CC5B949}"/>
          </ac:spMkLst>
        </pc:spChg>
        <pc:spChg chg="add mod">
          <ac:chgData name="" userId="" providerId="" clId="Web-{3A3904C2-7B6E-4289-9DEC-151B4B3A0E68}" dt="2026-08-31T18:04:53.919" v="69" actId="34807"/>
          <ac:spMkLst>
            <pc:docMk/>
            <pc:sldMk cId="342887459" sldId="1066"/>
            <ac:spMk id="225" creationId="{0D685657-00EC-D53E-8244-95E8367A8856}"/>
          </ac:spMkLst>
        </pc:spChg>
        <pc:spChg chg="add mod">
          <ac:chgData name="" userId="" providerId="" clId="Web-{3A3904C2-7B6E-4289-9DEC-151B4B3A0E68}" dt="2026-08-31T18:04:53.919" v="69" actId="34807"/>
          <ac:spMkLst>
            <pc:docMk/>
            <pc:sldMk cId="342887459" sldId="1066"/>
            <ac:spMk id="226" creationId="{A0890ABB-ADCE-0F3E-A2FC-A246D926663B}"/>
          </ac:spMkLst>
        </pc:spChg>
        <pc:spChg chg="add mod">
          <ac:chgData name="" userId="" providerId="" clId="Web-{3A3904C2-7B6E-4289-9DEC-151B4B3A0E68}" dt="2026-08-31T18:04:53.919" v="69" actId="34807"/>
          <ac:spMkLst>
            <pc:docMk/>
            <pc:sldMk cId="342887459" sldId="1066"/>
            <ac:spMk id="227" creationId="{AAEC17B4-430E-19B9-6F15-B14E4CC6F119}"/>
          </ac:spMkLst>
        </pc:spChg>
        <pc:spChg chg="add mod">
          <ac:chgData name="" userId="" providerId="" clId="Web-{3A3904C2-7B6E-4289-9DEC-151B4B3A0E68}" dt="2026-08-31T18:04:53.919" v="69" actId="34807"/>
          <ac:spMkLst>
            <pc:docMk/>
            <pc:sldMk cId="342887459" sldId="1066"/>
            <ac:spMk id="228" creationId="{69924832-CE9D-0CC4-BBA1-76C8C688EE36}"/>
          </ac:spMkLst>
        </pc:spChg>
        <pc:spChg chg="add mod">
          <ac:chgData name="" userId="" providerId="" clId="Web-{3A3904C2-7B6E-4289-9DEC-151B4B3A0E68}" dt="2026-08-31T18:05:01.138" v="70" actId="34807"/>
          <ac:spMkLst>
            <pc:docMk/>
            <pc:sldMk cId="342887459" sldId="1066"/>
            <ac:spMk id="229" creationId="{8CE51F8E-40E8-1FCF-C3DB-A5F5E9F61EBD}"/>
          </ac:spMkLst>
        </pc:spChg>
        <pc:spChg chg="add mod">
          <ac:chgData name="" userId="" providerId="" clId="Web-{3A3904C2-7B6E-4289-9DEC-151B4B3A0E68}" dt="2026-08-31T18:05:01.138" v="70" actId="34807"/>
          <ac:spMkLst>
            <pc:docMk/>
            <pc:sldMk cId="342887459" sldId="1066"/>
            <ac:spMk id="230" creationId="{45C314F4-9748-03A4-1892-FA80C4DC2B7F}"/>
          </ac:spMkLst>
        </pc:spChg>
        <pc:graphicFrameChg chg="add del mod">
          <ac:chgData name="" userId="" providerId="" clId="Web-{3A3904C2-7B6E-4289-9DEC-151B4B3A0E68}" dt="2026-08-31T18:03:21.340" v="63" actId="34807"/>
          <ac:graphicFrameMkLst>
            <pc:docMk/>
            <pc:sldMk cId="342887459" sldId="1066"/>
            <ac:graphicFrameMk id="7" creationId="{3D5267C5-76AC-432D-9E7B-07740A6BFC52}"/>
          </ac:graphicFrameMkLst>
        </pc:graphicFrameChg>
        <pc:picChg chg="add">
          <ac:chgData name="" userId="" providerId="" clId="Web-{3A3904C2-7B6E-4289-9DEC-151B4B3A0E68}" dt="2026-08-31T17:52:42.366" v="17" actId="34807"/>
          <ac:picMkLst>
            <pc:docMk/>
            <pc:sldMk cId="342887459" sldId="1066"/>
            <ac:picMk id="73" creationId="{21233EAA-294D-AD77-979C-3E55BDAE6C92}"/>
          </ac:picMkLst>
        </pc:picChg>
      </pc:sldChg>
      <pc:sldChg chg="addSp modSp">
        <pc:chgData name="" userId="" providerId="" clId="Web-{3A3904C2-7B6E-4289-9DEC-151B4B3A0E68}" dt="2026-08-31T17:53:08.506" v="21" actId="34807"/>
        <pc:sldMkLst>
          <pc:docMk/>
          <pc:sldMk cId="3598199568" sldId="1271"/>
        </pc:sldMkLst>
        <pc:spChg chg="add mod">
          <ac:chgData name="" userId="" providerId="" clId="Web-{3A3904C2-7B6E-4289-9DEC-151B4B3A0E68}" dt="2026-08-31T17:53:08.506" v="21" actId="34807"/>
          <ac:spMkLst>
            <pc:docMk/>
            <pc:sldMk cId="3598199568" sldId="1271"/>
            <ac:spMk id="81" creationId="{F4DE815D-0D7B-ECB2-E0A6-B396D8BF969A}"/>
          </ac:spMkLst>
        </pc:spChg>
        <pc:spChg chg="add mod">
          <ac:chgData name="" userId="" providerId="" clId="Web-{3A3904C2-7B6E-4289-9DEC-151B4B3A0E68}" dt="2026-08-31T17:53:08.506" v="21" actId="34807"/>
          <ac:spMkLst>
            <pc:docMk/>
            <pc:sldMk cId="3598199568" sldId="1271"/>
            <ac:spMk id="82" creationId="{A9822CEB-0FFF-42D5-6DF2-7458E7EF4BC2}"/>
          </ac:spMkLst>
        </pc:spChg>
        <pc:spChg chg="add mod">
          <ac:chgData name="" userId="" providerId="" clId="Web-{3A3904C2-7B6E-4289-9DEC-151B4B3A0E68}" dt="2026-08-31T17:53:08.506" v="21" actId="34807"/>
          <ac:spMkLst>
            <pc:docMk/>
            <pc:sldMk cId="3598199568" sldId="1271"/>
            <ac:spMk id="83" creationId="{2DDA3A17-0E8C-7E2D-FBD5-B90EEEA1E361}"/>
          </ac:spMkLst>
        </pc:spChg>
        <pc:spChg chg="add mod">
          <ac:chgData name="" userId="" providerId="" clId="Web-{3A3904C2-7B6E-4289-9DEC-151B4B3A0E68}" dt="2026-08-31T17:53:08.506" v="21" actId="34807"/>
          <ac:spMkLst>
            <pc:docMk/>
            <pc:sldMk cId="3598199568" sldId="1271"/>
            <ac:spMk id="85" creationId="{2C9B4EF9-DB93-B0EC-3EC6-68765617786C}"/>
          </ac:spMkLst>
        </pc:spChg>
        <pc:graphicFrameChg chg="add mod">
          <ac:chgData name="" userId="" providerId="" clId="Web-{3A3904C2-7B6E-4289-9DEC-151B4B3A0E68}" dt="2026-08-31T17:53:08.506" v="21" actId="34807"/>
          <ac:graphicFrameMkLst>
            <pc:docMk/>
            <pc:sldMk cId="3598199568" sldId="1271"/>
            <ac:graphicFrameMk id="6" creationId="{52E39870-93CB-85DC-F8BB-897CA89A0ED2}"/>
          </ac:graphicFrameMkLst>
        </pc:graphicFrameChg>
        <pc:picChg chg="add">
          <ac:chgData name="" userId="" providerId="" clId="Web-{3A3904C2-7B6E-4289-9DEC-151B4B3A0E68}" dt="2026-08-31T17:52:59.756" v="20" actId="34807"/>
          <ac:picMkLst>
            <pc:docMk/>
            <pc:sldMk cId="3598199568" sldId="1271"/>
            <ac:picMk id="80" creationId="{2550B9A7-A77B-C6C4-6A4F-F66448254A21}"/>
          </ac:picMkLst>
        </pc:picChg>
      </pc:sldChg>
      <pc:sldChg chg="addSp delSp modSp">
        <pc:chgData name="" userId="" providerId="" clId="Web-{3A3904C2-7B6E-4289-9DEC-151B4B3A0E68}" dt="2026-08-31T18:06:16.155" v="78" actId="34807"/>
        <pc:sldMkLst>
          <pc:docMk/>
          <pc:sldMk cId="1746158213" sldId="1477"/>
        </pc:sldMkLst>
        <pc:spChg chg="add mod">
          <ac:chgData name="" userId="" providerId="" clId="Web-{3A3904C2-7B6E-4289-9DEC-151B4B3A0E68}" dt="2026-08-31T17:53:25.553" v="23" actId="34807"/>
          <ac:spMkLst>
            <pc:docMk/>
            <pc:sldMk cId="1746158213" sldId="1477"/>
            <ac:spMk id="88" creationId="{3D28F3A1-3622-78BF-9758-B41D8ADAFA07}"/>
          </ac:spMkLst>
        </pc:spChg>
        <pc:spChg chg="add mod">
          <ac:chgData name="" userId="" providerId="" clId="Web-{3A3904C2-7B6E-4289-9DEC-151B4B3A0E68}" dt="2026-08-31T17:53:25.553" v="23" actId="34807"/>
          <ac:spMkLst>
            <pc:docMk/>
            <pc:sldMk cId="1746158213" sldId="1477"/>
            <ac:spMk id="89" creationId="{DF10FA5D-D337-86D9-0EB3-CF707CD5FD42}"/>
          </ac:spMkLst>
        </pc:spChg>
        <pc:spChg chg="add mod">
          <ac:chgData name="" userId="" providerId="" clId="Web-{3A3904C2-7B6E-4289-9DEC-151B4B3A0E68}" dt="2026-08-31T17:53:25.553" v="23" actId="34807"/>
          <ac:spMkLst>
            <pc:docMk/>
            <pc:sldMk cId="1746158213" sldId="1477"/>
            <ac:spMk id="90" creationId="{1617084E-0E7F-2D63-3983-9A84B8D0583B}"/>
          </ac:spMkLst>
        </pc:spChg>
        <pc:spChg chg="add mod">
          <ac:chgData name="" userId="" providerId="" clId="Web-{3A3904C2-7B6E-4289-9DEC-151B4B3A0E68}" dt="2026-08-31T18:05:14.685" v="71" actId="34807"/>
          <ac:spMkLst>
            <pc:docMk/>
            <pc:sldMk cId="1746158213" sldId="1477"/>
            <ac:spMk id="231" creationId="{8E80AE9B-9E53-9FFF-DD02-04F1D7E18EEC}"/>
          </ac:spMkLst>
        </pc:spChg>
        <pc:spChg chg="add mod">
          <ac:chgData name="" userId="" providerId="" clId="Web-{3A3904C2-7B6E-4289-9DEC-151B4B3A0E68}" dt="2026-08-31T18:05:14.685" v="71" actId="34807"/>
          <ac:spMkLst>
            <pc:docMk/>
            <pc:sldMk cId="1746158213" sldId="1477"/>
            <ac:spMk id="232" creationId="{7A543CAC-C4F9-D37C-80D5-2E296B532038}"/>
          </ac:spMkLst>
        </pc:spChg>
        <pc:spChg chg="add mod">
          <ac:chgData name="" userId="" providerId="" clId="Web-{3A3904C2-7B6E-4289-9DEC-151B4B3A0E68}" dt="2026-08-31T18:05:14.685" v="71" actId="34807"/>
          <ac:spMkLst>
            <pc:docMk/>
            <pc:sldMk cId="1746158213" sldId="1477"/>
            <ac:spMk id="233" creationId="{0D2230B0-AEEE-EE5A-E45B-F185DDC85EBA}"/>
          </ac:spMkLst>
        </pc:spChg>
        <pc:spChg chg="add mod">
          <ac:chgData name="" userId="" providerId="" clId="Web-{3A3904C2-7B6E-4289-9DEC-151B4B3A0E68}" dt="2026-08-31T18:05:14.685" v="71" actId="34807"/>
          <ac:spMkLst>
            <pc:docMk/>
            <pc:sldMk cId="1746158213" sldId="1477"/>
            <ac:spMk id="234" creationId="{EF853EE0-5389-934F-FE9F-9D5CED42A1D3}"/>
          </ac:spMkLst>
        </pc:spChg>
        <pc:spChg chg="add mod">
          <ac:chgData name="" userId="" providerId="" clId="Web-{3A3904C2-7B6E-4289-9DEC-151B4B3A0E68}" dt="2026-08-31T18:05:14.685" v="71" actId="34807"/>
          <ac:spMkLst>
            <pc:docMk/>
            <pc:sldMk cId="1746158213" sldId="1477"/>
            <ac:spMk id="235" creationId="{1E4D2BAD-88D9-4DD6-E9E9-BFC0BCE08F55}"/>
          </ac:spMkLst>
        </pc:spChg>
        <pc:spChg chg="add mod">
          <ac:chgData name="" userId="" providerId="" clId="Web-{3A3904C2-7B6E-4289-9DEC-151B4B3A0E68}" dt="2026-08-31T18:05:22.982" v="72" actId="34807"/>
          <ac:spMkLst>
            <pc:docMk/>
            <pc:sldMk cId="1746158213" sldId="1477"/>
            <ac:spMk id="236" creationId="{557EF5E0-190D-AD90-4FCB-240302A61F45}"/>
          </ac:spMkLst>
        </pc:spChg>
        <pc:spChg chg="add mod">
          <ac:chgData name="" userId="" providerId="" clId="Web-{3A3904C2-7B6E-4289-9DEC-151B4B3A0E68}" dt="2026-08-31T18:05:22.982" v="72" actId="34807"/>
          <ac:spMkLst>
            <pc:docMk/>
            <pc:sldMk cId="1746158213" sldId="1477"/>
            <ac:spMk id="237" creationId="{340A08E9-4D2D-3119-C297-A19E4EB64405}"/>
          </ac:spMkLst>
        </pc:spChg>
        <pc:spChg chg="add mod">
          <ac:chgData name="" userId="" providerId="" clId="Web-{3A3904C2-7B6E-4289-9DEC-151B4B3A0E68}" dt="2026-08-31T18:05:22.982" v="72" actId="34807"/>
          <ac:spMkLst>
            <pc:docMk/>
            <pc:sldMk cId="1746158213" sldId="1477"/>
            <ac:spMk id="238" creationId="{90622954-1D00-49ED-3117-162B49201C2F}"/>
          </ac:spMkLst>
        </pc:spChg>
        <pc:spChg chg="add mod">
          <ac:chgData name="" userId="" providerId="" clId="Web-{3A3904C2-7B6E-4289-9DEC-151B4B3A0E68}" dt="2026-08-31T18:05:22.982" v="72" actId="34807"/>
          <ac:spMkLst>
            <pc:docMk/>
            <pc:sldMk cId="1746158213" sldId="1477"/>
            <ac:spMk id="239" creationId="{B1C057B2-A332-FA0A-7E4D-F7A2A3147EB2}"/>
          </ac:spMkLst>
        </pc:spChg>
        <pc:spChg chg="add mod">
          <ac:chgData name="" userId="" providerId="" clId="Web-{3A3904C2-7B6E-4289-9DEC-151B4B3A0E68}" dt="2026-08-31T18:05:22.982" v="72" actId="34807"/>
          <ac:spMkLst>
            <pc:docMk/>
            <pc:sldMk cId="1746158213" sldId="1477"/>
            <ac:spMk id="240" creationId="{8D539B41-1F30-9B89-2E79-DB95B5111347}"/>
          </ac:spMkLst>
        </pc:spChg>
        <pc:spChg chg="add mod">
          <ac:chgData name="" userId="" providerId="" clId="Web-{3A3904C2-7B6E-4289-9DEC-151B4B3A0E68}" dt="2026-08-31T18:05:30.873" v="73" actId="34807"/>
          <ac:spMkLst>
            <pc:docMk/>
            <pc:sldMk cId="1746158213" sldId="1477"/>
            <ac:spMk id="241" creationId="{35BD4F3A-7DBB-4C9D-8854-F09A77151C15}"/>
          </ac:spMkLst>
        </pc:spChg>
        <pc:spChg chg="add mod">
          <ac:chgData name="" userId="" providerId="" clId="Web-{3A3904C2-7B6E-4289-9DEC-151B4B3A0E68}" dt="2026-08-31T18:05:30.873" v="73" actId="34807"/>
          <ac:spMkLst>
            <pc:docMk/>
            <pc:sldMk cId="1746158213" sldId="1477"/>
            <ac:spMk id="242" creationId="{15AA46A2-A161-C42C-6FAD-4F73C1B2C8FD}"/>
          </ac:spMkLst>
        </pc:spChg>
        <pc:spChg chg="add mod">
          <ac:chgData name="" userId="" providerId="" clId="Web-{3A3904C2-7B6E-4289-9DEC-151B4B3A0E68}" dt="2026-08-31T18:05:30.873" v="73" actId="34807"/>
          <ac:spMkLst>
            <pc:docMk/>
            <pc:sldMk cId="1746158213" sldId="1477"/>
            <ac:spMk id="243" creationId="{1E0898F9-A853-14C5-A51B-DC1AD7AB775E}"/>
          </ac:spMkLst>
        </pc:spChg>
        <pc:spChg chg="add mod">
          <ac:chgData name="" userId="" providerId="" clId="Web-{3A3904C2-7B6E-4289-9DEC-151B4B3A0E68}" dt="2026-08-31T18:05:30.873" v="73" actId="34807"/>
          <ac:spMkLst>
            <pc:docMk/>
            <pc:sldMk cId="1746158213" sldId="1477"/>
            <ac:spMk id="244" creationId="{59E566DE-EDB8-5B10-098E-CA1F82BBC0A7}"/>
          </ac:spMkLst>
        </pc:spChg>
        <pc:spChg chg="add mod">
          <ac:chgData name="" userId="" providerId="" clId="Web-{3A3904C2-7B6E-4289-9DEC-151B4B3A0E68}" dt="2026-08-31T18:05:30.873" v="73" actId="34807"/>
          <ac:spMkLst>
            <pc:docMk/>
            <pc:sldMk cId="1746158213" sldId="1477"/>
            <ac:spMk id="245" creationId="{193E77D6-DF03-1A82-0845-22002DA7F3AA}"/>
          </ac:spMkLst>
        </pc:spChg>
        <pc:spChg chg="add mod">
          <ac:chgData name="" userId="" providerId="" clId="Web-{3A3904C2-7B6E-4289-9DEC-151B4B3A0E68}" dt="2026-08-31T18:05:38.545" v="74" actId="34807"/>
          <ac:spMkLst>
            <pc:docMk/>
            <pc:sldMk cId="1746158213" sldId="1477"/>
            <ac:spMk id="246" creationId="{57C14B8A-4DA1-6BC3-55A4-5E503AC99AD2}"/>
          </ac:spMkLst>
        </pc:spChg>
        <pc:spChg chg="add mod">
          <ac:chgData name="" userId="" providerId="" clId="Web-{3A3904C2-7B6E-4289-9DEC-151B4B3A0E68}" dt="2026-08-31T18:05:38.545" v="74" actId="34807"/>
          <ac:spMkLst>
            <pc:docMk/>
            <pc:sldMk cId="1746158213" sldId="1477"/>
            <ac:spMk id="247" creationId="{B52B9F75-086A-A64F-63B7-1ED0D3D5CFFD}"/>
          </ac:spMkLst>
        </pc:spChg>
        <pc:spChg chg="add mod">
          <ac:chgData name="" userId="" providerId="" clId="Web-{3A3904C2-7B6E-4289-9DEC-151B4B3A0E68}" dt="2026-08-31T18:05:38.545" v="74" actId="34807"/>
          <ac:spMkLst>
            <pc:docMk/>
            <pc:sldMk cId="1746158213" sldId="1477"/>
            <ac:spMk id="248" creationId="{383876FF-5D35-70BD-F26E-02F008899FE0}"/>
          </ac:spMkLst>
        </pc:spChg>
        <pc:spChg chg="add mod">
          <ac:chgData name="" userId="" providerId="" clId="Web-{3A3904C2-7B6E-4289-9DEC-151B4B3A0E68}" dt="2026-08-31T18:05:38.545" v="74" actId="34807"/>
          <ac:spMkLst>
            <pc:docMk/>
            <pc:sldMk cId="1746158213" sldId="1477"/>
            <ac:spMk id="249" creationId="{9379B5E9-3A82-F301-C360-D221ECFF36DC}"/>
          </ac:spMkLst>
        </pc:spChg>
        <pc:spChg chg="add mod">
          <ac:chgData name="" userId="" providerId="" clId="Web-{3A3904C2-7B6E-4289-9DEC-151B4B3A0E68}" dt="2026-08-31T18:05:38.545" v="74" actId="34807"/>
          <ac:spMkLst>
            <pc:docMk/>
            <pc:sldMk cId="1746158213" sldId="1477"/>
            <ac:spMk id="250" creationId="{30A2E162-F02F-845B-37E7-4732B9E1C50B}"/>
          </ac:spMkLst>
        </pc:spChg>
        <pc:spChg chg="add mod">
          <ac:chgData name="" userId="" providerId="" clId="Web-{3A3904C2-7B6E-4289-9DEC-151B4B3A0E68}" dt="2026-08-31T18:05:51.982" v="75" actId="34807"/>
          <ac:spMkLst>
            <pc:docMk/>
            <pc:sldMk cId="1746158213" sldId="1477"/>
            <ac:spMk id="251" creationId="{3F9B77EA-F6E7-EC65-2FBD-99EA2C248917}"/>
          </ac:spMkLst>
        </pc:spChg>
        <pc:spChg chg="add mod">
          <ac:chgData name="" userId="" providerId="" clId="Web-{3A3904C2-7B6E-4289-9DEC-151B4B3A0E68}" dt="2026-08-31T18:05:51.982" v="75" actId="34807"/>
          <ac:spMkLst>
            <pc:docMk/>
            <pc:sldMk cId="1746158213" sldId="1477"/>
            <ac:spMk id="252" creationId="{91044A8D-BF51-C7FE-9C8B-6FE072940D08}"/>
          </ac:spMkLst>
        </pc:spChg>
        <pc:spChg chg="add mod">
          <ac:chgData name="" userId="" providerId="" clId="Web-{3A3904C2-7B6E-4289-9DEC-151B4B3A0E68}" dt="2026-08-31T18:05:51.982" v="75" actId="34807"/>
          <ac:spMkLst>
            <pc:docMk/>
            <pc:sldMk cId="1746158213" sldId="1477"/>
            <ac:spMk id="253" creationId="{356784A5-2AF3-9D5C-89E4-671BC3CC5BBD}"/>
          </ac:spMkLst>
        </pc:spChg>
        <pc:spChg chg="add mod">
          <ac:chgData name="" userId="" providerId="" clId="Web-{3A3904C2-7B6E-4289-9DEC-151B4B3A0E68}" dt="2026-08-31T18:05:51.982" v="75" actId="34807"/>
          <ac:spMkLst>
            <pc:docMk/>
            <pc:sldMk cId="1746158213" sldId="1477"/>
            <ac:spMk id="254" creationId="{6B0DAA2C-ADE0-C41B-099F-47058DAAB32A}"/>
          </ac:spMkLst>
        </pc:spChg>
        <pc:spChg chg="add mod">
          <ac:chgData name="" userId="" providerId="" clId="Web-{3A3904C2-7B6E-4289-9DEC-151B4B3A0E68}" dt="2026-08-31T18:05:51.982" v="75" actId="34807"/>
          <ac:spMkLst>
            <pc:docMk/>
            <pc:sldMk cId="1746158213" sldId="1477"/>
            <ac:spMk id="255" creationId="{67F7D4E1-D067-BB09-0600-2676A1299609}"/>
          </ac:spMkLst>
        </pc:spChg>
        <pc:spChg chg="add mod">
          <ac:chgData name="" userId="" providerId="" clId="Web-{3A3904C2-7B6E-4289-9DEC-151B4B3A0E68}" dt="2026-08-31T18:05:59.717" v="76" actId="34807"/>
          <ac:spMkLst>
            <pc:docMk/>
            <pc:sldMk cId="1746158213" sldId="1477"/>
            <ac:spMk id="256" creationId="{A46449E1-731C-3506-F3D5-43E9835F8481}"/>
          </ac:spMkLst>
        </pc:spChg>
        <pc:spChg chg="add mod">
          <ac:chgData name="" userId="" providerId="" clId="Web-{3A3904C2-7B6E-4289-9DEC-151B4B3A0E68}" dt="2026-08-31T18:05:59.717" v="76" actId="34807"/>
          <ac:spMkLst>
            <pc:docMk/>
            <pc:sldMk cId="1746158213" sldId="1477"/>
            <ac:spMk id="257" creationId="{D709D503-0511-67D4-9EBA-43EF3715E29D}"/>
          </ac:spMkLst>
        </pc:spChg>
        <pc:spChg chg="add mod">
          <ac:chgData name="" userId="" providerId="" clId="Web-{3A3904C2-7B6E-4289-9DEC-151B4B3A0E68}" dt="2026-08-31T18:05:59.717" v="76" actId="34807"/>
          <ac:spMkLst>
            <pc:docMk/>
            <pc:sldMk cId="1746158213" sldId="1477"/>
            <ac:spMk id="258" creationId="{D8E2DF8E-7225-0009-A625-9807C3494F89}"/>
          </ac:spMkLst>
        </pc:spChg>
        <pc:spChg chg="add mod">
          <ac:chgData name="" userId="" providerId="" clId="Web-{3A3904C2-7B6E-4289-9DEC-151B4B3A0E68}" dt="2026-08-31T18:05:59.717" v="76" actId="34807"/>
          <ac:spMkLst>
            <pc:docMk/>
            <pc:sldMk cId="1746158213" sldId="1477"/>
            <ac:spMk id="259" creationId="{41B135D8-2CE7-BE67-446B-0282E677D990}"/>
          </ac:spMkLst>
        </pc:spChg>
        <pc:spChg chg="add mod">
          <ac:chgData name="" userId="" providerId="" clId="Web-{3A3904C2-7B6E-4289-9DEC-151B4B3A0E68}" dt="2026-08-31T18:05:59.717" v="76" actId="34807"/>
          <ac:spMkLst>
            <pc:docMk/>
            <pc:sldMk cId="1746158213" sldId="1477"/>
            <ac:spMk id="260" creationId="{9BA62579-688B-E747-138C-56DDD6244F99}"/>
          </ac:spMkLst>
        </pc:spChg>
        <pc:spChg chg="add mod">
          <ac:chgData name="" userId="" providerId="" clId="Web-{3A3904C2-7B6E-4289-9DEC-151B4B3A0E68}" dt="2026-08-31T18:06:08.655" v="77" actId="34807"/>
          <ac:spMkLst>
            <pc:docMk/>
            <pc:sldMk cId="1746158213" sldId="1477"/>
            <ac:spMk id="261" creationId="{E0010539-D7F4-A3CD-904D-95B5888EAB0E}"/>
          </ac:spMkLst>
        </pc:spChg>
        <pc:spChg chg="add mod">
          <ac:chgData name="" userId="" providerId="" clId="Web-{3A3904C2-7B6E-4289-9DEC-151B4B3A0E68}" dt="2026-08-31T18:06:08.655" v="77" actId="34807"/>
          <ac:spMkLst>
            <pc:docMk/>
            <pc:sldMk cId="1746158213" sldId="1477"/>
            <ac:spMk id="262" creationId="{EDCFAF18-DF35-E2C0-9085-4125844B9626}"/>
          </ac:spMkLst>
        </pc:spChg>
        <pc:spChg chg="add mod">
          <ac:chgData name="" userId="" providerId="" clId="Web-{3A3904C2-7B6E-4289-9DEC-151B4B3A0E68}" dt="2026-08-31T18:06:08.655" v="77" actId="34807"/>
          <ac:spMkLst>
            <pc:docMk/>
            <pc:sldMk cId="1746158213" sldId="1477"/>
            <ac:spMk id="263" creationId="{F2863B4F-789E-EBBE-5746-9CC5F10B16C1}"/>
          </ac:spMkLst>
        </pc:spChg>
        <pc:spChg chg="add mod">
          <ac:chgData name="" userId="" providerId="" clId="Web-{3A3904C2-7B6E-4289-9DEC-151B4B3A0E68}" dt="2026-08-31T18:06:08.655" v="77" actId="34807"/>
          <ac:spMkLst>
            <pc:docMk/>
            <pc:sldMk cId="1746158213" sldId="1477"/>
            <ac:spMk id="264" creationId="{8BE87E39-E73D-FF98-F99C-A0947292F83F}"/>
          </ac:spMkLst>
        </pc:spChg>
        <pc:spChg chg="add mod">
          <ac:chgData name="" userId="" providerId="" clId="Web-{3A3904C2-7B6E-4289-9DEC-151B4B3A0E68}" dt="2026-08-31T18:06:08.655" v="77" actId="34807"/>
          <ac:spMkLst>
            <pc:docMk/>
            <pc:sldMk cId="1746158213" sldId="1477"/>
            <ac:spMk id="265" creationId="{16F56116-DDE1-B67D-FB02-F49A6CC71D08}"/>
          </ac:spMkLst>
        </pc:spChg>
        <pc:spChg chg="add mod">
          <ac:chgData name="" userId="" providerId="" clId="Web-{3A3904C2-7B6E-4289-9DEC-151B4B3A0E68}" dt="2026-08-31T18:06:16.155" v="78" actId="34807"/>
          <ac:spMkLst>
            <pc:docMk/>
            <pc:sldMk cId="1746158213" sldId="1477"/>
            <ac:spMk id="266" creationId="{5DB2C7D0-A625-B4C8-93CE-B2A43EE5887F}"/>
          </ac:spMkLst>
        </pc:spChg>
        <pc:spChg chg="add mod">
          <ac:chgData name="" userId="" providerId="" clId="Web-{3A3904C2-7B6E-4289-9DEC-151B4B3A0E68}" dt="2026-08-31T18:06:16.155" v="78" actId="34807"/>
          <ac:spMkLst>
            <pc:docMk/>
            <pc:sldMk cId="1746158213" sldId="1477"/>
            <ac:spMk id="267" creationId="{9EF4E12B-6E58-B005-BF55-D070658519C3}"/>
          </ac:spMkLst>
        </pc:spChg>
        <pc:graphicFrameChg chg="add del mod">
          <ac:chgData name="" userId="" providerId="" clId="Web-{3A3904C2-7B6E-4289-9DEC-151B4B3A0E68}" dt="2026-08-31T18:03:21.340" v="63" actId="34807"/>
          <ac:graphicFrameMkLst>
            <pc:docMk/>
            <pc:sldMk cId="1746158213" sldId="1477"/>
            <ac:graphicFrameMk id="6" creationId="{92D3F59A-0CCC-4847-AF14-436463F18442}"/>
          </ac:graphicFrameMkLst>
        </pc:graphicFrameChg>
        <pc:picChg chg="add">
          <ac:chgData name="" userId="" providerId="" clId="Web-{3A3904C2-7B6E-4289-9DEC-151B4B3A0E68}" dt="2026-08-31T17:53:12.788" v="22" actId="34807"/>
          <ac:picMkLst>
            <pc:docMk/>
            <pc:sldMk cId="1746158213" sldId="1477"/>
            <ac:picMk id="87" creationId="{08BB559C-8E23-9F3D-6BAC-CFD2CC8E6C34}"/>
          </ac:picMkLst>
        </pc:picChg>
      </pc:sldChg>
      <pc:sldChg chg="addSp modSp">
        <pc:chgData name="" userId="" providerId="" clId="Web-{3A3904C2-7B6E-4289-9DEC-151B4B3A0E68}" dt="2026-08-31T18:09:27.313" v="91" actId="34807"/>
        <pc:sldMkLst>
          <pc:docMk/>
          <pc:sldMk cId="1999651314" sldId="1684"/>
        </pc:sldMkLst>
        <pc:spChg chg="add mod">
          <ac:chgData name="" userId="" providerId="" clId="Web-{3A3904C2-7B6E-4289-9DEC-151B4B3A0E68}" dt="2026-08-31T17:53:42.101" v="26" actId="34807"/>
          <ac:spMkLst>
            <pc:docMk/>
            <pc:sldMk cId="1999651314" sldId="1684"/>
            <ac:spMk id="93" creationId="{DDE3CCA7-0F5D-9003-AAF6-181B349252C4}"/>
          </ac:spMkLst>
        </pc:spChg>
        <pc:spChg chg="add mod">
          <ac:chgData name="" userId="" providerId="" clId="Web-{3A3904C2-7B6E-4289-9DEC-151B4B3A0E68}" dt="2026-08-31T17:53:42.101" v="26" actId="34807"/>
          <ac:spMkLst>
            <pc:docMk/>
            <pc:sldMk cId="1999651314" sldId="1684"/>
            <ac:spMk id="94" creationId="{A074180A-ECB1-4FD9-074B-377495D5019D}"/>
          </ac:spMkLst>
        </pc:spChg>
        <pc:spChg chg="add mod">
          <ac:chgData name="" userId="" providerId="" clId="Web-{3A3904C2-7B6E-4289-9DEC-151B4B3A0E68}" dt="2026-08-31T17:53:42.101" v="26" actId="34807"/>
          <ac:spMkLst>
            <pc:docMk/>
            <pc:sldMk cId="1999651314" sldId="1684"/>
            <ac:spMk id="95" creationId="{94100DBB-C310-A4BC-3F1A-CAC8994D0AFE}"/>
          </ac:spMkLst>
        </pc:spChg>
        <pc:spChg chg="add mod">
          <ac:chgData name="" userId="" providerId="" clId="Web-{3A3904C2-7B6E-4289-9DEC-151B4B3A0E68}" dt="2026-08-31T17:53:42.101" v="26" actId="34807"/>
          <ac:spMkLst>
            <pc:docMk/>
            <pc:sldMk cId="1999651314" sldId="1684"/>
            <ac:spMk id="96" creationId="{927FF54B-1109-0B98-A74C-CB02A1D0D7FD}"/>
          </ac:spMkLst>
        </pc:spChg>
        <pc:spChg chg="add mod">
          <ac:chgData name="" userId="" providerId="" clId="Web-{3A3904C2-7B6E-4289-9DEC-151B4B3A0E68}" dt="2026-08-31T17:53:49.929" v="27" actId="34807"/>
          <ac:spMkLst>
            <pc:docMk/>
            <pc:sldMk cId="1999651314" sldId="1684"/>
            <ac:spMk id="97" creationId="{C3D2F41B-393B-D70F-F0A8-66DBC1FCE7C7}"/>
          </ac:spMkLst>
        </pc:spChg>
        <pc:spChg chg="add mod">
          <ac:chgData name="" userId="" providerId="" clId="Web-{3A3904C2-7B6E-4289-9DEC-151B4B3A0E68}" dt="2026-08-31T18:09:11.063" v="89" actId="34807"/>
          <ac:spMkLst>
            <pc:docMk/>
            <pc:sldMk cId="1999651314" sldId="1684"/>
            <ac:spMk id="98" creationId="{C30976BC-8D6F-38A2-7E15-EE9F65F04231}"/>
          </ac:spMkLst>
        </pc:spChg>
        <pc:spChg chg="add mod">
          <ac:chgData name="" userId="" providerId="" clId="Web-{3A3904C2-7B6E-4289-9DEC-151B4B3A0E68}" dt="2026-08-31T18:09:11.063" v="89" actId="34807"/>
          <ac:spMkLst>
            <pc:docMk/>
            <pc:sldMk cId="1999651314" sldId="1684"/>
            <ac:spMk id="99" creationId="{A7F70990-238B-3EC3-9905-AB474E566A7B}"/>
          </ac:spMkLst>
        </pc:spChg>
        <pc:spChg chg="add mod">
          <ac:chgData name="" userId="" providerId="" clId="Web-{3A3904C2-7B6E-4289-9DEC-151B4B3A0E68}" dt="2026-08-31T17:53:49.929" v="27" actId="34807"/>
          <ac:spMkLst>
            <pc:docMk/>
            <pc:sldMk cId="1999651314" sldId="1684"/>
            <ac:spMk id="100" creationId="{93D67982-81B0-C65E-DF71-B4DEED00008A}"/>
          </ac:spMkLst>
        </pc:spChg>
        <pc:spChg chg="add mod">
          <ac:chgData name="" userId="" providerId="" clId="Web-{3A3904C2-7B6E-4289-9DEC-151B4B3A0E68}" dt="2026-08-31T17:53:49.929" v="27" actId="34807"/>
          <ac:spMkLst>
            <pc:docMk/>
            <pc:sldMk cId="1999651314" sldId="1684"/>
            <ac:spMk id="101" creationId="{8EAAC86F-64B4-9E6B-8A56-A79CF0AB903F}"/>
          </ac:spMkLst>
        </pc:spChg>
        <pc:spChg chg="add mod">
          <ac:chgData name="" userId="" providerId="" clId="Web-{3A3904C2-7B6E-4289-9DEC-151B4B3A0E68}" dt="2026-08-31T18:09:19.688" v="90" actId="34807"/>
          <ac:spMkLst>
            <pc:docMk/>
            <pc:sldMk cId="1999651314" sldId="1684"/>
            <ac:spMk id="102" creationId="{96C79C02-F9BD-6B3E-9937-3A694B2CB893}"/>
          </ac:spMkLst>
        </pc:spChg>
        <pc:spChg chg="add mod">
          <ac:chgData name="" userId="" providerId="" clId="Web-{3A3904C2-7B6E-4289-9DEC-151B4B3A0E68}" dt="2026-08-31T18:09:19.688" v="90" actId="34807"/>
          <ac:spMkLst>
            <pc:docMk/>
            <pc:sldMk cId="1999651314" sldId="1684"/>
            <ac:spMk id="103" creationId="{FFED583A-0DF7-EF74-8D44-E2AF99146FD2}"/>
          </ac:spMkLst>
        </pc:spChg>
        <pc:spChg chg="add mod">
          <ac:chgData name="" userId="" providerId="" clId="Web-{3A3904C2-7B6E-4289-9DEC-151B4B3A0E68}" dt="2026-08-31T17:53:57.726" v="28" actId="34807"/>
          <ac:spMkLst>
            <pc:docMk/>
            <pc:sldMk cId="1999651314" sldId="1684"/>
            <ac:spMk id="104" creationId="{A2F20A7C-6228-6C00-3E6A-46E2B0318AC7}"/>
          </ac:spMkLst>
        </pc:spChg>
        <pc:spChg chg="add mod">
          <ac:chgData name="" userId="" providerId="" clId="Web-{3A3904C2-7B6E-4289-9DEC-151B4B3A0E68}" dt="2026-08-31T17:53:57.726" v="28" actId="34807"/>
          <ac:spMkLst>
            <pc:docMk/>
            <pc:sldMk cId="1999651314" sldId="1684"/>
            <ac:spMk id="105" creationId="{1466A2FF-4288-8696-7848-1AB7FD11A639}"/>
          </ac:spMkLst>
        </pc:spChg>
        <pc:spChg chg="add mod">
          <ac:chgData name="" userId="" providerId="" clId="Web-{3A3904C2-7B6E-4289-9DEC-151B4B3A0E68}" dt="2026-08-31T18:09:19.688" v="90" actId="34807"/>
          <ac:spMkLst>
            <pc:docMk/>
            <pc:sldMk cId="1999651314" sldId="1684"/>
            <ac:spMk id="106" creationId="{BD81ACB0-F58C-302D-437C-55664D2CF978}"/>
          </ac:spMkLst>
        </pc:spChg>
        <pc:spChg chg="add mod">
          <ac:chgData name="" userId="" providerId="" clId="Web-{3A3904C2-7B6E-4289-9DEC-151B4B3A0E68}" dt="2026-08-31T18:09:19.688" v="90" actId="34807"/>
          <ac:spMkLst>
            <pc:docMk/>
            <pc:sldMk cId="1999651314" sldId="1684"/>
            <ac:spMk id="107" creationId="{A61102D6-A261-EAB4-AEEF-C25ADEAFE59E}"/>
          </ac:spMkLst>
        </pc:spChg>
        <pc:spChg chg="add mod">
          <ac:chgData name="" userId="" providerId="" clId="Web-{3A3904C2-7B6E-4289-9DEC-151B4B3A0E68}" dt="2026-08-31T17:54:05.476" v="29" actId="34807"/>
          <ac:spMkLst>
            <pc:docMk/>
            <pc:sldMk cId="1999651314" sldId="1684"/>
            <ac:spMk id="108" creationId="{76271A6A-89D5-EED6-2A87-5C489AB1BF30}"/>
          </ac:spMkLst>
        </pc:spChg>
        <pc:spChg chg="add mod">
          <ac:chgData name="" userId="" providerId="" clId="Web-{3A3904C2-7B6E-4289-9DEC-151B4B3A0E68}" dt="2026-08-31T17:54:05.476" v="29" actId="34807"/>
          <ac:spMkLst>
            <pc:docMk/>
            <pc:sldMk cId="1999651314" sldId="1684"/>
            <ac:spMk id="109" creationId="{580A6558-C536-850F-A60D-390BB421F0E7}"/>
          </ac:spMkLst>
        </pc:spChg>
        <pc:spChg chg="add mod">
          <ac:chgData name="" userId="" providerId="" clId="Web-{3A3904C2-7B6E-4289-9DEC-151B4B3A0E68}" dt="2026-08-31T18:09:19.688" v="90" actId="34807"/>
          <ac:spMkLst>
            <pc:docMk/>
            <pc:sldMk cId="1999651314" sldId="1684"/>
            <ac:spMk id="110" creationId="{5243B8E8-BB33-7630-1840-8DBCC501149A}"/>
          </ac:spMkLst>
        </pc:spChg>
        <pc:spChg chg="add mod">
          <ac:chgData name="" userId="" providerId="" clId="Web-{3A3904C2-7B6E-4289-9DEC-151B4B3A0E68}" dt="2026-08-31T18:09:27.313" v="91" actId="34807"/>
          <ac:spMkLst>
            <pc:docMk/>
            <pc:sldMk cId="1999651314" sldId="1684"/>
            <ac:spMk id="111" creationId="{46BA310C-521B-0B61-1C34-FA95A6F3E290}"/>
          </ac:spMkLst>
        </pc:spChg>
        <pc:spChg chg="add mod">
          <ac:chgData name="" userId="" providerId="" clId="Web-{3A3904C2-7B6E-4289-9DEC-151B4B3A0E68}" dt="2026-08-31T17:54:12.929" v="30" actId="34807"/>
          <ac:spMkLst>
            <pc:docMk/>
            <pc:sldMk cId="1999651314" sldId="1684"/>
            <ac:spMk id="112" creationId="{570C22B6-9099-ED12-B06A-17E550019259}"/>
          </ac:spMkLst>
        </pc:spChg>
        <pc:spChg chg="add mod">
          <ac:chgData name="" userId="" providerId="" clId="Web-{3A3904C2-7B6E-4289-9DEC-151B4B3A0E68}" dt="2026-08-31T17:54:12.929" v="30" actId="34807"/>
          <ac:spMkLst>
            <pc:docMk/>
            <pc:sldMk cId="1999651314" sldId="1684"/>
            <ac:spMk id="113" creationId="{AC28FA62-64E9-AC81-93C1-3BE9C5ADDA56}"/>
          </ac:spMkLst>
        </pc:spChg>
        <pc:spChg chg="add mod">
          <ac:chgData name="" userId="" providerId="" clId="Web-{3A3904C2-7B6E-4289-9DEC-151B4B3A0E68}" dt="2026-08-31T18:09:27.313" v="91" actId="34807"/>
          <ac:spMkLst>
            <pc:docMk/>
            <pc:sldMk cId="1999651314" sldId="1684"/>
            <ac:spMk id="114" creationId="{33951797-5968-B2B0-0E9D-695708E51EE5}"/>
          </ac:spMkLst>
        </pc:spChg>
        <pc:spChg chg="add mod">
          <ac:chgData name="" userId="" providerId="" clId="Web-{3A3904C2-7B6E-4289-9DEC-151B4B3A0E68}" dt="2026-08-31T18:09:27.313" v="91" actId="34807"/>
          <ac:spMkLst>
            <pc:docMk/>
            <pc:sldMk cId="1999651314" sldId="1684"/>
            <ac:spMk id="115" creationId="{7D7D9B39-A495-0DC1-CF62-41B720CF4758}"/>
          </ac:spMkLst>
        </pc:spChg>
        <pc:picChg chg="add">
          <ac:chgData name="" userId="" providerId="" clId="Web-{3A3904C2-7B6E-4289-9DEC-151B4B3A0E68}" dt="2026-08-31T17:53:35.335" v="25" actId="34807"/>
          <ac:picMkLst>
            <pc:docMk/>
            <pc:sldMk cId="1999651314" sldId="1684"/>
            <ac:picMk id="92" creationId="{92759DBD-B141-EE3C-3BE2-ADDE1920B47D}"/>
          </ac:picMkLst>
        </pc:picChg>
      </pc:sldChg>
      <pc:sldChg chg="addSp modSp">
        <pc:chgData name="" userId="" providerId="" clId="Web-{3A3904C2-7B6E-4289-9DEC-151B4B3A0E68}" dt="2026-08-31T18:11:14.204" v="94" actId="34807"/>
        <pc:sldMkLst>
          <pc:docMk/>
          <pc:sldMk cId="542965971" sldId="1892"/>
        </pc:sldMkLst>
        <pc:spChg chg="add mod">
          <ac:chgData name="" userId="" providerId="" clId="Web-{3A3904C2-7B6E-4289-9DEC-151B4B3A0E68}" dt="2026-08-31T17:54:29.445" v="32" actId="34807"/>
          <ac:spMkLst>
            <pc:docMk/>
            <pc:sldMk cId="542965971" sldId="1892"/>
            <ac:spMk id="118" creationId="{F0F74AC1-7BFE-D9ED-E70B-1ABE2D87DFD8}"/>
          </ac:spMkLst>
        </pc:spChg>
        <pc:spChg chg="add mod">
          <ac:chgData name="" userId="" providerId="" clId="Web-{3A3904C2-7B6E-4289-9DEC-151B4B3A0E68}" dt="2026-08-31T17:54:29.445" v="32" actId="34807"/>
          <ac:spMkLst>
            <pc:docMk/>
            <pc:sldMk cId="542965971" sldId="1892"/>
            <ac:spMk id="119" creationId="{15079E9C-74B5-E57D-A965-F2B82F353EB7}"/>
          </ac:spMkLst>
        </pc:spChg>
        <pc:spChg chg="add mod">
          <ac:chgData name="" userId="" providerId="" clId="Web-{3A3904C2-7B6E-4289-9DEC-151B4B3A0E68}" dt="2026-08-31T17:54:29.445" v="32" actId="34807"/>
          <ac:spMkLst>
            <pc:docMk/>
            <pc:sldMk cId="542965971" sldId="1892"/>
            <ac:spMk id="120" creationId="{84BFB484-2D81-9B0E-2E8A-659FED681C0D}"/>
          </ac:spMkLst>
        </pc:spChg>
        <pc:spChg chg="add mod">
          <ac:chgData name="" userId="" providerId="" clId="Web-{3A3904C2-7B6E-4289-9DEC-151B4B3A0E68}" dt="2026-08-31T17:58:17.103" v="58" actId="34807"/>
          <ac:spMkLst>
            <pc:docMk/>
            <pc:sldMk cId="542965971" sldId="1892"/>
            <ac:spMk id="121" creationId="{4A46D59B-22E3-CE68-6AD3-8A5AA152E8B3}"/>
          </ac:spMkLst>
        </pc:spChg>
        <pc:spChg chg="add mod">
          <ac:chgData name="" userId="" providerId="" clId="Web-{3A3904C2-7B6E-4289-9DEC-151B4B3A0E68}" dt="2026-08-31T17:54:37.835" v="33" actId="34807"/>
          <ac:spMkLst>
            <pc:docMk/>
            <pc:sldMk cId="542965971" sldId="1892"/>
            <ac:spMk id="122" creationId="{00F63E04-5109-CD57-2A90-34B72E3948EA}"/>
          </ac:spMkLst>
        </pc:spChg>
        <pc:spChg chg="add mod">
          <ac:chgData name="" userId="" providerId="" clId="Web-{3A3904C2-7B6E-4289-9DEC-151B4B3A0E68}" dt="2026-08-31T17:54:37.835" v="33" actId="34807"/>
          <ac:spMkLst>
            <pc:docMk/>
            <pc:sldMk cId="542965971" sldId="1892"/>
            <ac:spMk id="123" creationId="{73DC8CED-72B5-4BF6-64B5-682E825EC3B7}"/>
          </ac:spMkLst>
        </pc:spChg>
        <pc:spChg chg="add mod">
          <ac:chgData name="" userId="" providerId="" clId="Web-{3A3904C2-7B6E-4289-9DEC-151B4B3A0E68}" dt="2026-08-31T17:54:37.835" v="33" actId="34807"/>
          <ac:spMkLst>
            <pc:docMk/>
            <pc:sldMk cId="542965971" sldId="1892"/>
            <ac:spMk id="124" creationId="{18027C21-4790-F49F-D1BA-6D2D8D57C5B5}"/>
          </ac:spMkLst>
        </pc:spChg>
        <pc:spChg chg="add mod">
          <ac:chgData name="" userId="" providerId="" clId="Web-{3A3904C2-7B6E-4289-9DEC-151B4B3A0E68}" dt="2026-08-31T17:58:25.634" v="59" actId="34807"/>
          <ac:spMkLst>
            <pc:docMk/>
            <pc:sldMk cId="542965971" sldId="1892"/>
            <ac:spMk id="125" creationId="{1DAA1C65-5D31-3F70-0C0E-7BDE8A71FBDA}"/>
          </ac:spMkLst>
        </pc:spChg>
        <pc:spChg chg="add mod">
          <ac:chgData name="" userId="" providerId="" clId="Web-{3A3904C2-7B6E-4289-9DEC-151B4B3A0E68}" dt="2026-08-31T17:54:37.835" v="33" actId="34807"/>
          <ac:spMkLst>
            <pc:docMk/>
            <pc:sldMk cId="542965971" sldId="1892"/>
            <ac:spMk id="126" creationId="{F3821787-A090-4882-7D3B-7EB5DF673C89}"/>
          </ac:spMkLst>
        </pc:spChg>
        <pc:spChg chg="add mod">
          <ac:chgData name="" userId="" providerId="" clId="Web-{3A3904C2-7B6E-4289-9DEC-151B4B3A0E68}" dt="2026-08-31T17:54:45.617" v="34" actId="34807"/>
          <ac:spMkLst>
            <pc:docMk/>
            <pc:sldMk cId="542965971" sldId="1892"/>
            <ac:spMk id="127" creationId="{83BF592F-981D-EB4B-6AE5-3B049CFB7A94}"/>
          </ac:spMkLst>
        </pc:spChg>
        <pc:spChg chg="add mod">
          <ac:chgData name="" userId="" providerId="" clId="Web-{3A3904C2-7B6E-4289-9DEC-151B4B3A0E68}" dt="2026-08-31T17:54:45.617" v="34" actId="34807"/>
          <ac:spMkLst>
            <pc:docMk/>
            <pc:sldMk cId="542965971" sldId="1892"/>
            <ac:spMk id="128" creationId="{88E4FBE8-0B29-CB83-FCED-E03DB22C64B9}"/>
          </ac:spMkLst>
        </pc:spChg>
        <pc:spChg chg="add mod">
          <ac:chgData name="" userId="" providerId="" clId="Web-{3A3904C2-7B6E-4289-9DEC-151B4B3A0E68}" dt="2026-08-31T17:58:25.634" v="59" actId="34807"/>
          <ac:spMkLst>
            <pc:docMk/>
            <pc:sldMk cId="542965971" sldId="1892"/>
            <ac:spMk id="129" creationId="{61F563E9-C13C-2B95-9C2B-7E1C8AFDDD9A}"/>
          </ac:spMkLst>
        </pc:spChg>
        <pc:spChg chg="add mod">
          <ac:chgData name="" userId="" providerId="" clId="Web-{3A3904C2-7B6E-4289-9DEC-151B4B3A0E68}" dt="2026-08-31T17:54:45.617" v="34" actId="34807"/>
          <ac:spMkLst>
            <pc:docMk/>
            <pc:sldMk cId="542965971" sldId="1892"/>
            <ac:spMk id="130" creationId="{77AB6E11-E64C-0657-48F2-5E131AAE0F5D}"/>
          </ac:spMkLst>
        </pc:spChg>
        <pc:spChg chg="add mod">
          <ac:chgData name="" userId="" providerId="" clId="Web-{3A3904C2-7B6E-4289-9DEC-151B4B3A0E68}" dt="2026-08-31T17:54:45.617" v="34" actId="34807"/>
          <ac:spMkLst>
            <pc:docMk/>
            <pc:sldMk cId="542965971" sldId="1892"/>
            <ac:spMk id="131" creationId="{2BDD6C84-9C7F-4E56-4B10-9F8524DBF230}"/>
          </ac:spMkLst>
        </pc:spChg>
        <pc:spChg chg="add mod">
          <ac:chgData name="" userId="" providerId="" clId="Web-{3A3904C2-7B6E-4289-9DEC-151B4B3A0E68}" dt="2026-08-31T17:54:53.882" v="35" actId="34807"/>
          <ac:spMkLst>
            <pc:docMk/>
            <pc:sldMk cId="542965971" sldId="1892"/>
            <ac:spMk id="132" creationId="{7015EEDC-5923-B025-3294-E713A25DC091}"/>
          </ac:spMkLst>
        </pc:spChg>
        <pc:spChg chg="add mod">
          <ac:chgData name="" userId="" providerId="" clId="Web-{3A3904C2-7B6E-4289-9DEC-151B4B3A0E68}" dt="2026-08-31T17:58:25.634" v="59" actId="34807"/>
          <ac:spMkLst>
            <pc:docMk/>
            <pc:sldMk cId="542965971" sldId="1892"/>
            <ac:spMk id="133" creationId="{FE261183-2DF0-2BF8-4DEE-500B708B448B}"/>
          </ac:spMkLst>
        </pc:spChg>
        <pc:spChg chg="add mod">
          <ac:chgData name="" userId="" providerId="" clId="Web-{3A3904C2-7B6E-4289-9DEC-151B4B3A0E68}" dt="2026-08-31T17:54:53.882" v="35" actId="34807"/>
          <ac:spMkLst>
            <pc:docMk/>
            <pc:sldMk cId="542965971" sldId="1892"/>
            <ac:spMk id="134" creationId="{7B9B0BB8-9D47-1E30-1101-844FB206E4A1}"/>
          </ac:spMkLst>
        </pc:spChg>
        <pc:spChg chg="add mod">
          <ac:chgData name="" userId="" providerId="" clId="Web-{3A3904C2-7B6E-4289-9DEC-151B4B3A0E68}" dt="2026-08-31T17:54:53.882" v="35" actId="34807"/>
          <ac:spMkLst>
            <pc:docMk/>
            <pc:sldMk cId="542965971" sldId="1892"/>
            <ac:spMk id="135" creationId="{FFE59132-E22C-DC35-D7B0-DE5ADA956810}"/>
          </ac:spMkLst>
        </pc:spChg>
        <pc:spChg chg="add mod">
          <ac:chgData name="" userId="" providerId="" clId="Web-{3A3904C2-7B6E-4289-9DEC-151B4B3A0E68}" dt="2026-08-31T17:54:53.882" v="35" actId="34807"/>
          <ac:spMkLst>
            <pc:docMk/>
            <pc:sldMk cId="542965971" sldId="1892"/>
            <ac:spMk id="136" creationId="{E59F2076-17C6-691D-6EA7-162D1621E37E}"/>
          </ac:spMkLst>
        </pc:spChg>
        <pc:spChg chg="add mod">
          <ac:chgData name="" userId="" providerId="" clId="Web-{3A3904C2-7B6E-4289-9DEC-151B4B3A0E68}" dt="2026-08-31T17:58:25.634" v="59" actId="34807"/>
          <ac:spMkLst>
            <pc:docMk/>
            <pc:sldMk cId="542965971" sldId="1892"/>
            <ac:spMk id="137" creationId="{1F99DC35-D60E-5451-9A65-0CD3D6B02E54}"/>
          </ac:spMkLst>
        </pc:spChg>
        <pc:spChg chg="add mod">
          <ac:chgData name="" userId="" providerId="" clId="Web-{3A3904C2-7B6E-4289-9DEC-151B4B3A0E68}" dt="2026-08-31T18:11:14.204" v="94" actId="34807"/>
          <ac:spMkLst>
            <pc:docMk/>
            <pc:sldMk cId="542965971" sldId="1892"/>
            <ac:spMk id="138" creationId="{0CC37A5B-D463-18DA-A081-46CF9F8F598B}"/>
          </ac:spMkLst>
        </pc:spChg>
        <pc:spChg chg="add mod">
          <ac:chgData name="" userId="" providerId="" clId="Web-{3A3904C2-7B6E-4289-9DEC-151B4B3A0E68}" dt="2026-08-31T18:11:14.204" v="94" actId="34807"/>
          <ac:spMkLst>
            <pc:docMk/>
            <pc:sldMk cId="542965971" sldId="1892"/>
            <ac:spMk id="139" creationId="{A16E09A1-5FF3-170C-8DF2-7354F3C18DEE}"/>
          </ac:spMkLst>
        </pc:spChg>
        <pc:spChg chg="add mod">
          <ac:chgData name="" userId="" providerId="" clId="Web-{3A3904C2-7B6E-4289-9DEC-151B4B3A0E68}" dt="2026-08-31T17:55:01.132" v="36" actId="34807"/>
          <ac:spMkLst>
            <pc:docMk/>
            <pc:sldMk cId="542965971" sldId="1892"/>
            <ac:spMk id="140" creationId="{65B1D399-2594-4651-F04D-4D5CCC2636E3}"/>
          </ac:spMkLst>
        </pc:spChg>
        <pc:picChg chg="add">
          <ac:chgData name="" userId="" providerId="" clId="Web-{3A3904C2-7B6E-4289-9DEC-151B4B3A0E68}" dt="2026-08-31T17:54:22.288" v="31" actId="34807"/>
          <ac:picMkLst>
            <pc:docMk/>
            <pc:sldMk cId="542965971" sldId="1892"/>
            <ac:picMk id="117" creationId="{05440017-0EB0-03E4-EE6B-46AD1D16AE40}"/>
          </ac:picMkLst>
        </pc:picChg>
      </pc:sldChg>
      <pc:sldChg chg="addSp modSp">
        <pc:chgData name="" userId="" providerId="" clId="Web-{3A3904C2-7B6E-4289-9DEC-151B4B3A0E68}" dt="2026-08-31T17:58:34.088" v="60" actId="34807"/>
        <pc:sldMkLst>
          <pc:docMk/>
          <pc:sldMk cId="3178617738" sldId="2101"/>
        </pc:sldMkLst>
        <pc:spChg chg="add mod">
          <ac:chgData name="" userId="" providerId="" clId="Web-{3A3904C2-7B6E-4289-9DEC-151B4B3A0E68}" dt="2026-08-31T17:55:18.148" v="38" actId="34807"/>
          <ac:spMkLst>
            <pc:docMk/>
            <pc:sldMk cId="3178617738" sldId="2101"/>
            <ac:spMk id="143" creationId="{350930AA-88A6-1CF4-C8FD-A5E7CF773619}"/>
          </ac:spMkLst>
        </pc:spChg>
        <pc:spChg chg="add mod">
          <ac:chgData name="" userId="" providerId="" clId="Web-{3A3904C2-7B6E-4289-9DEC-151B4B3A0E68}" dt="2026-08-31T17:55:18.148" v="38" actId="34807"/>
          <ac:spMkLst>
            <pc:docMk/>
            <pc:sldMk cId="3178617738" sldId="2101"/>
            <ac:spMk id="144" creationId="{6CD86C3E-A84E-00CD-0184-A0C08B6E1554}"/>
          </ac:spMkLst>
        </pc:spChg>
        <pc:spChg chg="add mod">
          <ac:chgData name="" userId="" providerId="" clId="Web-{3A3904C2-7B6E-4289-9DEC-151B4B3A0E68}" dt="2026-08-31T17:55:18.148" v="38" actId="34807"/>
          <ac:spMkLst>
            <pc:docMk/>
            <pc:sldMk cId="3178617738" sldId="2101"/>
            <ac:spMk id="145" creationId="{A254F75B-7C7E-B6A6-3C17-95D9AECFE918}"/>
          </ac:spMkLst>
        </pc:spChg>
        <pc:spChg chg="add mod">
          <ac:chgData name="" userId="" providerId="" clId="Web-{3A3904C2-7B6E-4289-9DEC-151B4B3A0E68}" dt="2026-08-31T17:58:25.634" v="59" actId="34807"/>
          <ac:spMkLst>
            <pc:docMk/>
            <pc:sldMk cId="3178617738" sldId="2101"/>
            <ac:spMk id="146" creationId="{9C9B75C3-5676-360F-2F10-87D6553A6500}"/>
          </ac:spMkLst>
        </pc:spChg>
        <pc:spChg chg="add mod">
          <ac:chgData name="" userId="" providerId="" clId="Web-{3A3904C2-7B6E-4289-9DEC-151B4B3A0E68}" dt="2026-08-31T17:58:34.088" v="60" actId="34807"/>
          <ac:spMkLst>
            <pc:docMk/>
            <pc:sldMk cId="3178617738" sldId="2101"/>
            <ac:spMk id="147" creationId="{2A639AE1-F940-8F03-8B0D-79E6ECA3F4D1}"/>
          </ac:spMkLst>
        </pc:spChg>
        <pc:spChg chg="add mod">
          <ac:chgData name="" userId="" providerId="" clId="Web-{3A3904C2-7B6E-4289-9DEC-151B4B3A0E68}" dt="2026-08-31T17:58:34.088" v="60" actId="34807"/>
          <ac:spMkLst>
            <pc:docMk/>
            <pc:sldMk cId="3178617738" sldId="2101"/>
            <ac:spMk id="148" creationId="{AB28091A-5E60-8038-D1E8-682C1AFF794B}"/>
          </ac:spMkLst>
        </pc:spChg>
        <pc:spChg chg="add mod">
          <ac:chgData name="" userId="" providerId="" clId="Web-{3A3904C2-7B6E-4289-9DEC-151B4B3A0E68}" dt="2026-08-31T17:58:34.088" v="60" actId="34807"/>
          <ac:spMkLst>
            <pc:docMk/>
            <pc:sldMk cId="3178617738" sldId="2101"/>
            <ac:spMk id="149" creationId="{AD207732-28C7-E2D9-6E18-53AA6A731FCE}"/>
          </ac:spMkLst>
        </pc:spChg>
        <pc:spChg chg="add mod">
          <ac:chgData name="" userId="" providerId="" clId="Web-{3A3904C2-7B6E-4289-9DEC-151B4B3A0E68}" dt="2026-08-31T17:55:26.742" v="39" actId="34807"/>
          <ac:spMkLst>
            <pc:docMk/>
            <pc:sldMk cId="3178617738" sldId="2101"/>
            <ac:spMk id="150" creationId="{092442F8-9622-2694-6C26-0F0E6F5230AF}"/>
          </ac:spMkLst>
        </pc:spChg>
        <pc:spChg chg="add mod">
          <ac:chgData name="" userId="" providerId="" clId="Web-{3A3904C2-7B6E-4289-9DEC-151B4B3A0E68}" dt="2026-08-31T17:55:26.742" v="39" actId="34807"/>
          <ac:spMkLst>
            <pc:docMk/>
            <pc:sldMk cId="3178617738" sldId="2101"/>
            <ac:spMk id="151" creationId="{AE2768AC-7AEE-2A06-EAAA-9D19EF35EBBE}"/>
          </ac:spMkLst>
        </pc:spChg>
        <pc:spChg chg="add mod">
          <ac:chgData name="" userId="" providerId="" clId="Web-{3A3904C2-7B6E-4289-9DEC-151B4B3A0E68}" dt="2026-08-31T17:55:34.914" v="40" actId="34807"/>
          <ac:spMkLst>
            <pc:docMk/>
            <pc:sldMk cId="3178617738" sldId="2101"/>
            <ac:spMk id="152" creationId="{AD388F21-68B7-F87D-04E4-90E8520112BB}"/>
          </ac:spMkLst>
        </pc:spChg>
        <pc:spChg chg="add mod">
          <ac:chgData name="" userId="" providerId="" clId="Web-{3A3904C2-7B6E-4289-9DEC-151B4B3A0E68}" dt="2026-08-31T17:55:34.914" v="40" actId="34807"/>
          <ac:spMkLst>
            <pc:docMk/>
            <pc:sldMk cId="3178617738" sldId="2101"/>
            <ac:spMk id="153" creationId="{5563A98C-6C4F-CAF5-7450-74E2F46FBA0B}"/>
          </ac:spMkLst>
        </pc:spChg>
        <pc:spChg chg="add mod">
          <ac:chgData name="" userId="" providerId="" clId="Web-{3A3904C2-7B6E-4289-9DEC-151B4B3A0E68}" dt="2026-08-31T17:55:34.914" v="40" actId="34807"/>
          <ac:spMkLst>
            <pc:docMk/>
            <pc:sldMk cId="3178617738" sldId="2101"/>
            <ac:spMk id="154" creationId="{67CE7E10-A160-CFFD-1FB6-68A7D4051342}"/>
          </ac:spMkLst>
        </pc:spChg>
        <pc:spChg chg="add mod">
          <ac:chgData name="" userId="" providerId="" clId="Web-{3A3904C2-7B6E-4289-9DEC-151B4B3A0E68}" dt="2026-08-31T17:58:34.088" v="60" actId="34807"/>
          <ac:spMkLst>
            <pc:docMk/>
            <pc:sldMk cId="3178617738" sldId="2101"/>
            <ac:spMk id="155" creationId="{D776EE19-5D8E-3C6F-0E95-4F2B2D427B5F}"/>
          </ac:spMkLst>
        </pc:spChg>
        <pc:picChg chg="add">
          <ac:chgData name="" userId="" providerId="" clId="Web-{3A3904C2-7B6E-4289-9DEC-151B4B3A0E68}" dt="2026-08-31T17:55:10.445" v="37" actId="34807"/>
          <ac:picMkLst>
            <pc:docMk/>
            <pc:sldMk cId="3178617738" sldId="2101"/>
            <ac:picMk id="142" creationId="{FD52292C-CB15-6883-6CCD-382779DDBB3D}"/>
          </ac:picMkLst>
        </pc:picChg>
      </pc:sldChg>
      <pc:sldChg chg="addSp delSp modSp">
        <pc:chgData name="" userId="" providerId="" clId="Web-{3A3904C2-7B6E-4289-9DEC-151B4B3A0E68}" dt="2026-08-31T18:06:58.280" v="83" actId="34807"/>
        <pc:sldMkLst>
          <pc:docMk/>
          <pc:sldMk cId="404645055" sldId="2311"/>
        </pc:sldMkLst>
        <pc:spChg chg="add mod">
          <ac:chgData name="" userId="" providerId="" clId="Web-{3A3904C2-7B6E-4289-9DEC-151B4B3A0E68}" dt="2026-08-31T17:55:46.820" v="42" actId="34807"/>
          <ac:spMkLst>
            <pc:docMk/>
            <pc:sldMk cId="404645055" sldId="2311"/>
            <ac:spMk id="158" creationId="{BFBC1561-7A36-5414-DA60-483129DC170D}"/>
          </ac:spMkLst>
        </pc:spChg>
        <pc:spChg chg="add mod">
          <ac:chgData name="" userId="" providerId="" clId="Web-{3A3904C2-7B6E-4289-9DEC-151B4B3A0E68}" dt="2026-08-31T17:55:46.820" v="42" actId="34807"/>
          <ac:spMkLst>
            <pc:docMk/>
            <pc:sldMk cId="404645055" sldId="2311"/>
            <ac:spMk id="159" creationId="{881F1072-DB91-C2E5-01D2-91B806ED2E07}"/>
          </ac:spMkLst>
        </pc:spChg>
        <pc:spChg chg="add mod">
          <ac:chgData name="" userId="" providerId="" clId="Web-{3A3904C2-7B6E-4289-9DEC-151B4B3A0E68}" dt="2026-08-31T18:03:36.919" v="64" actId="34807"/>
          <ac:spMkLst>
            <pc:docMk/>
            <pc:sldMk cId="404645055" sldId="2311"/>
            <ac:spMk id="160" creationId="{57A7E4C0-2B87-C849-3434-10658679A43D}"/>
          </ac:spMkLst>
        </pc:spChg>
        <pc:spChg chg="add mod">
          <ac:chgData name="" userId="" providerId="" clId="Web-{3A3904C2-7B6E-4289-9DEC-151B4B3A0E68}" dt="2026-08-31T18:03:45.763" v="65" actId="34807"/>
          <ac:spMkLst>
            <pc:docMk/>
            <pc:sldMk cId="404645055" sldId="2311"/>
            <ac:spMk id="161" creationId="{CAF73AEA-8C5F-7A31-B893-4E8CA33FB60D}"/>
          </ac:spMkLst>
        </pc:spChg>
        <pc:spChg chg="add mod">
          <ac:chgData name="" userId="" providerId="" clId="Web-{3A3904C2-7B6E-4289-9DEC-151B4B3A0E68}" dt="2026-08-31T18:03:45.763" v="65" actId="34807"/>
          <ac:spMkLst>
            <pc:docMk/>
            <pc:sldMk cId="404645055" sldId="2311"/>
            <ac:spMk id="162" creationId="{25544B4C-2E34-D81C-CAB3-4AF4147E676A}"/>
          </ac:spMkLst>
        </pc:spChg>
        <pc:spChg chg="add mod">
          <ac:chgData name="" userId="" providerId="" clId="Web-{3A3904C2-7B6E-4289-9DEC-151B4B3A0E68}" dt="2026-08-31T18:03:45.763" v="65" actId="34807"/>
          <ac:spMkLst>
            <pc:docMk/>
            <pc:sldMk cId="404645055" sldId="2311"/>
            <ac:spMk id="163" creationId="{453E0A45-BA21-8CC9-18A9-49329904B414}"/>
          </ac:spMkLst>
        </pc:spChg>
        <pc:spChg chg="add mod">
          <ac:chgData name="" userId="" providerId="" clId="Web-{3A3904C2-7B6E-4289-9DEC-151B4B3A0E68}" dt="2026-08-31T18:03:45.763" v="65" actId="34807"/>
          <ac:spMkLst>
            <pc:docMk/>
            <pc:sldMk cId="404645055" sldId="2311"/>
            <ac:spMk id="164" creationId="{ABC272EE-3480-75D6-CB31-1F87A2085735}"/>
          </ac:spMkLst>
        </pc:spChg>
        <pc:spChg chg="add mod">
          <ac:chgData name="" userId="" providerId="" clId="Web-{3A3904C2-7B6E-4289-9DEC-151B4B3A0E68}" dt="2026-08-31T18:03:45.763" v="65" actId="34807"/>
          <ac:spMkLst>
            <pc:docMk/>
            <pc:sldMk cId="404645055" sldId="2311"/>
            <ac:spMk id="165" creationId="{7A4BAE02-6105-E535-F99F-D12D00924335}"/>
          </ac:spMkLst>
        </pc:spChg>
        <pc:spChg chg="add mod">
          <ac:chgData name="" userId="" providerId="" clId="Web-{3A3904C2-7B6E-4289-9DEC-151B4B3A0E68}" dt="2026-08-31T18:03:52.778" v="66" actId="34807"/>
          <ac:spMkLst>
            <pc:docMk/>
            <pc:sldMk cId="404645055" sldId="2311"/>
            <ac:spMk id="166" creationId="{D2CA6B4A-6040-5B88-3E07-58772A1E1BDB}"/>
          </ac:spMkLst>
        </pc:spChg>
        <pc:spChg chg="add mod">
          <ac:chgData name="" userId="" providerId="" clId="Web-{3A3904C2-7B6E-4289-9DEC-151B4B3A0E68}" dt="2026-08-31T18:06:28.030" v="79" actId="34807"/>
          <ac:spMkLst>
            <pc:docMk/>
            <pc:sldMk cId="404645055" sldId="2311"/>
            <ac:spMk id="268" creationId="{C1CA62E1-EF7C-A243-2765-D34E8CA96441}"/>
          </ac:spMkLst>
        </pc:spChg>
        <pc:spChg chg="add mod">
          <ac:chgData name="" userId="" providerId="" clId="Web-{3A3904C2-7B6E-4289-9DEC-151B4B3A0E68}" dt="2026-08-31T18:06:28.030" v="79" actId="34807"/>
          <ac:spMkLst>
            <pc:docMk/>
            <pc:sldMk cId="404645055" sldId="2311"/>
            <ac:spMk id="269" creationId="{EBB4B835-861A-BBC9-676C-BCDEDE108606}"/>
          </ac:spMkLst>
        </pc:spChg>
        <pc:spChg chg="add mod">
          <ac:chgData name="" userId="" providerId="" clId="Web-{3A3904C2-7B6E-4289-9DEC-151B4B3A0E68}" dt="2026-08-31T18:06:28.030" v="79" actId="34807"/>
          <ac:spMkLst>
            <pc:docMk/>
            <pc:sldMk cId="404645055" sldId="2311"/>
            <ac:spMk id="270" creationId="{B21F71A9-5CD1-9BB0-C497-6B770852DBB5}"/>
          </ac:spMkLst>
        </pc:spChg>
        <pc:spChg chg="add mod">
          <ac:chgData name="" userId="" providerId="" clId="Web-{3A3904C2-7B6E-4289-9DEC-151B4B3A0E68}" dt="2026-08-31T18:06:28.030" v="79" actId="34807"/>
          <ac:spMkLst>
            <pc:docMk/>
            <pc:sldMk cId="404645055" sldId="2311"/>
            <ac:spMk id="271" creationId="{CE97D5E2-71E9-D514-D252-8ECEBDDBB2E4}"/>
          </ac:spMkLst>
        </pc:spChg>
        <pc:spChg chg="add mod">
          <ac:chgData name="" userId="" providerId="" clId="Web-{3A3904C2-7B6E-4289-9DEC-151B4B3A0E68}" dt="2026-08-31T18:06:28.030" v="79" actId="34807"/>
          <ac:spMkLst>
            <pc:docMk/>
            <pc:sldMk cId="404645055" sldId="2311"/>
            <ac:spMk id="272" creationId="{61BB7060-37EB-BCE1-0065-57B3E1B74AF4}"/>
          </ac:spMkLst>
        </pc:spChg>
        <pc:spChg chg="add mod">
          <ac:chgData name="" userId="" providerId="" clId="Web-{3A3904C2-7B6E-4289-9DEC-151B4B3A0E68}" dt="2026-08-31T18:06:37.030" v="80" actId="34807"/>
          <ac:spMkLst>
            <pc:docMk/>
            <pc:sldMk cId="404645055" sldId="2311"/>
            <ac:spMk id="273" creationId="{9BC39398-59D6-0D41-F7A5-ED82A9FFA6EE}"/>
          </ac:spMkLst>
        </pc:spChg>
        <pc:spChg chg="add mod">
          <ac:chgData name="" userId="" providerId="" clId="Web-{3A3904C2-7B6E-4289-9DEC-151B4B3A0E68}" dt="2026-08-31T18:06:37.030" v="80" actId="34807"/>
          <ac:spMkLst>
            <pc:docMk/>
            <pc:sldMk cId="404645055" sldId="2311"/>
            <ac:spMk id="274" creationId="{BF6141B8-D8C4-D21A-DE0E-0D354DD56516}"/>
          </ac:spMkLst>
        </pc:spChg>
        <pc:spChg chg="add mod">
          <ac:chgData name="" userId="" providerId="" clId="Web-{3A3904C2-7B6E-4289-9DEC-151B4B3A0E68}" dt="2026-08-31T18:06:37.030" v="80" actId="34807"/>
          <ac:spMkLst>
            <pc:docMk/>
            <pc:sldMk cId="404645055" sldId="2311"/>
            <ac:spMk id="275" creationId="{2838633C-FF4E-5F8E-312D-86B3DF03FBC9}"/>
          </ac:spMkLst>
        </pc:spChg>
        <pc:spChg chg="add mod">
          <ac:chgData name="" userId="" providerId="" clId="Web-{3A3904C2-7B6E-4289-9DEC-151B4B3A0E68}" dt="2026-08-31T18:06:37.030" v="80" actId="34807"/>
          <ac:spMkLst>
            <pc:docMk/>
            <pc:sldMk cId="404645055" sldId="2311"/>
            <ac:spMk id="276" creationId="{7CF1AB92-407A-71CD-E2DA-4E77F9BD6190}"/>
          </ac:spMkLst>
        </pc:spChg>
        <pc:spChg chg="add mod">
          <ac:chgData name="" userId="" providerId="" clId="Web-{3A3904C2-7B6E-4289-9DEC-151B4B3A0E68}" dt="2026-08-31T18:06:37.030" v="80" actId="34807"/>
          <ac:spMkLst>
            <pc:docMk/>
            <pc:sldMk cId="404645055" sldId="2311"/>
            <ac:spMk id="277" creationId="{01616453-845E-1644-35FC-47C899E8DB9F}"/>
          </ac:spMkLst>
        </pc:spChg>
        <pc:spChg chg="add mod">
          <ac:chgData name="" userId="" providerId="" clId="Web-{3A3904C2-7B6E-4289-9DEC-151B4B3A0E68}" dt="2026-08-31T18:06:45.217" v="81" actId="34807"/>
          <ac:spMkLst>
            <pc:docMk/>
            <pc:sldMk cId="404645055" sldId="2311"/>
            <ac:spMk id="278" creationId="{72C9964F-5226-A94E-F8B5-0F4A1A811499}"/>
          </ac:spMkLst>
        </pc:spChg>
        <pc:spChg chg="add mod">
          <ac:chgData name="" userId="" providerId="" clId="Web-{3A3904C2-7B6E-4289-9DEC-151B4B3A0E68}" dt="2026-08-31T18:06:45.217" v="81" actId="34807"/>
          <ac:spMkLst>
            <pc:docMk/>
            <pc:sldMk cId="404645055" sldId="2311"/>
            <ac:spMk id="279" creationId="{01FD99C8-853C-DA04-3C78-E565EEE646C9}"/>
          </ac:spMkLst>
        </pc:spChg>
        <pc:spChg chg="add mod">
          <ac:chgData name="" userId="" providerId="" clId="Web-{3A3904C2-7B6E-4289-9DEC-151B4B3A0E68}" dt="2026-08-31T18:06:45.217" v="81" actId="34807"/>
          <ac:spMkLst>
            <pc:docMk/>
            <pc:sldMk cId="404645055" sldId="2311"/>
            <ac:spMk id="280" creationId="{F1C4F326-9588-EB56-4D29-3BE5243E5C93}"/>
          </ac:spMkLst>
        </pc:spChg>
        <pc:spChg chg="add mod">
          <ac:chgData name="" userId="" providerId="" clId="Web-{3A3904C2-7B6E-4289-9DEC-151B4B3A0E68}" dt="2026-08-31T18:06:45.217" v="81" actId="34807"/>
          <ac:spMkLst>
            <pc:docMk/>
            <pc:sldMk cId="404645055" sldId="2311"/>
            <ac:spMk id="281" creationId="{7A98676C-3B27-21F6-1080-FD7DDCF60CC5}"/>
          </ac:spMkLst>
        </pc:spChg>
        <pc:spChg chg="add mod">
          <ac:chgData name="" userId="" providerId="" clId="Web-{3A3904C2-7B6E-4289-9DEC-151B4B3A0E68}" dt="2026-08-31T18:06:45.217" v="81" actId="34807"/>
          <ac:spMkLst>
            <pc:docMk/>
            <pc:sldMk cId="404645055" sldId="2311"/>
            <ac:spMk id="282" creationId="{870560FB-F3F1-8606-7997-D34A4DF6FFAF}"/>
          </ac:spMkLst>
        </pc:spChg>
        <pc:spChg chg="add mod">
          <ac:chgData name="" userId="" providerId="" clId="Web-{3A3904C2-7B6E-4289-9DEC-151B4B3A0E68}" dt="2026-08-31T18:06:53.030" v="82" actId="34807"/>
          <ac:spMkLst>
            <pc:docMk/>
            <pc:sldMk cId="404645055" sldId="2311"/>
            <ac:spMk id="283" creationId="{33F166A3-C3BA-6BE1-9058-B38064C86F15}"/>
          </ac:spMkLst>
        </pc:spChg>
        <pc:spChg chg="add mod">
          <ac:chgData name="" userId="" providerId="" clId="Web-{3A3904C2-7B6E-4289-9DEC-151B4B3A0E68}" dt="2026-08-31T18:06:53.030" v="82" actId="34807"/>
          <ac:spMkLst>
            <pc:docMk/>
            <pc:sldMk cId="404645055" sldId="2311"/>
            <ac:spMk id="284" creationId="{0DE51A92-C6D4-6302-5092-674712A6F3B2}"/>
          </ac:spMkLst>
        </pc:spChg>
        <pc:spChg chg="add mod">
          <ac:chgData name="" userId="" providerId="" clId="Web-{3A3904C2-7B6E-4289-9DEC-151B4B3A0E68}" dt="2026-08-31T18:06:53.030" v="82" actId="34807"/>
          <ac:spMkLst>
            <pc:docMk/>
            <pc:sldMk cId="404645055" sldId="2311"/>
            <ac:spMk id="285" creationId="{87384256-4180-0ABD-D52F-877A4B45CC1B}"/>
          </ac:spMkLst>
        </pc:spChg>
        <pc:spChg chg="add mod">
          <ac:chgData name="" userId="" providerId="" clId="Web-{3A3904C2-7B6E-4289-9DEC-151B4B3A0E68}" dt="2026-08-31T18:06:53.030" v="82" actId="34807"/>
          <ac:spMkLst>
            <pc:docMk/>
            <pc:sldMk cId="404645055" sldId="2311"/>
            <ac:spMk id="286" creationId="{6A9F572D-DEB1-353A-6EB9-FBB4B70F9EEA}"/>
          </ac:spMkLst>
        </pc:spChg>
        <pc:spChg chg="add mod">
          <ac:chgData name="" userId="" providerId="" clId="Web-{3A3904C2-7B6E-4289-9DEC-151B4B3A0E68}" dt="2026-08-31T18:06:53.030" v="82" actId="34807"/>
          <ac:spMkLst>
            <pc:docMk/>
            <pc:sldMk cId="404645055" sldId="2311"/>
            <ac:spMk id="287" creationId="{CF726CEE-CBBA-DCEE-66A7-4D273C3E3F3E}"/>
          </ac:spMkLst>
        </pc:spChg>
        <pc:spChg chg="add mod">
          <ac:chgData name="" userId="" providerId="" clId="Web-{3A3904C2-7B6E-4289-9DEC-151B4B3A0E68}" dt="2026-08-31T18:06:58.280" v="83" actId="34807"/>
          <ac:spMkLst>
            <pc:docMk/>
            <pc:sldMk cId="404645055" sldId="2311"/>
            <ac:spMk id="288" creationId="{AFD20848-0DC0-BCA5-2E4F-B5F6A8413445}"/>
          </ac:spMkLst>
        </pc:spChg>
        <pc:spChg chg="add mod">
          <ac:chgData name="" userId="" providerId="" clId="Web-{3A3904C2-7B6E-4289-9DEC-151B4B3A0E68}" dt="2026-08-31T18:06:58.280" v="83" actId="34807"/>
          <ac:spMkLst>
            <pc:docMk/>
            <pc:sldMk cId="404645055" sldId="2311"/>
            <ac:spMk id="289" creationId="{991ABBCC-B05C-9394-8D48-E015FD741317}"/>
          </ac:spMkLst>
        </pc:spChg>
        <pc:graphicFrameChg chg="add del mod">
          <ac:chgData name="" userId="" providerId="" clId="Web-{3A3904C2-7B6E-4289-9DEC-151B4B3A0E68}" dt="2026-08-31T18:03:21.340" v="63" actId="34807"/>
          <ac:graphicFrameMkLst>
            <pc:docMk/>
            <pc:sldMk cId="404645055" sldId="2311"/>
            <ac:graphicFrameMk id="3" creationId="{C4474CD4-FCAC-4DDA-825B-4B68F8DE3A5B}"/>
          </ac:graphicFrameMkLst>
        </pc:graphicFrameChg>
        <pc:picChg chg="add">
          <ac:chgData name="" userId="" providerId="" clId="Web-{3A3904C2-7B6E-4289-9DEC-151B4B3A0E68}" dt="2026-08-31T17:55:39.008" v="41" actId="34807"/>
          <ac:picMkLst>
            <pc:docMk/>
            <pc:sldMk cId="404645055" sldId="2311"/>
            <ac:picMk id="157" creationId="{95574679-01F2-CD42-8BFD-C366D5B98E31}"/>
          </ac:picMkLst>
        </pc:picChg>
      </pc:sldChg>
      <pc:sldChg chg="addSp modSp">
        <pc:chgData name="" userId="" providerId="" clId="Web-{3A3904C2-7B6E-4289-9DEC-151B4B3A0E68}" dt="2026-08-31T17:58:42.213" v="61" actId="34807"/>
        <pc:sldMkLst>
          <pc:docMk/>
          <pc:sldMk cId="549974116" sldId="2522"/>
        </pc:sldMkLst>
        <pc:spChg chg="add mod">
          <ac:chgData name="" userId="" providerId="" clId="Web-{3A3904C2-7B6E-4289-9DEC-151B4B3A0E68}" dt="2026-08-31T17:56:16.774" v="46" actId="34807"/>
          <ac:spMkLst>
            <pc:docMk/>
            <pc:sldMk cId="549974116" sldId="2522"/>
            <ac:spMk id="169" creationId="{DCD2798C-46B0-A6BB-35BB-89D8915E772D}"/>
          </ac:spMkLst>
        </pc:spChg>
        <pc:spChg chg="add mod">
          <ac:chgData name="" userId="" providerId="" clId="Web-{3A3904C2-7B6E-4289-9DEC-151B4B3A0E68}" dt="2026-08-31T17:56:16.774" v="46" actId="34807"/>
          <ac:spMkLst>
            <pc:docMk/>
            <pc:sldMk cId="549974116" sldId="2522"/>
            <ac:spMk id="170" creationId="{4DD26B7D-3D72-D352-BAA4-236C451A9CE2}"/>
          </ac:spMkLst>
        </pc:spChg>
        <pc:spChg chg="add mod">
          <ac:chgData name="" userId="" providerId="" clId="Web-{3A3904C2-7B6E-4289-9DEC-151B4B3A0E68}" dt="2026-08-31T17:56:16.774" v="46" actId="34807"/>
          <ac:spMkLst>
            <pc:docMk/>
            <pc:sldMk cId="549974116" sldId="2522"/>
            <ac:spMk id="171" creationId="{9F605CA7-DB6A-41BC-137A-F9FB48CC6EF4}"/>
          </ac:spMkLst>
        </pc:spChg>
        <pc:spChg chg="add mod">
          <ac:chgData name="" userId="" providerId="" clId="Web-{3A3904C2-7B6E-4289-9DEC-151B4B3A0E68}" dt="2026-08-31T17:58:34.088" v="60" actId="34807"/>
          <ac:spMkLst>
            <pc:docMk/>
            <pc:sldMk cId="549974116" sldId="2522"/>
            <ac:spMk id="172" creationId="{F39A560E-6331-9AAD-BF94-834C299B3C90}"/>
          </ac:spMkLst>
        </pc:spChg>
        <pc:spChg chg="add mod">
          <ac:chgData name="" userId="" providerId="" clId="Web-{3A3904C2-7B6E-4289-9DEC-151B4B3A0E68}" dt="2026-08-31T17:56:25.383" v="47" actId="34807"/>
          <ac:spMkLst>
            <pc:docMk/>
            <pc:sldMk cId="549974116" sldId="2522"/>
            <ac:spMk id="173" creationId="{3AF5FDF1-C6B8-67D2-8E82-9287DAA13471}"/>
          </ac:spMkLst>
        </pc:spChg>
        <pc:spChg chg="add mod">
          <ac:chgData name="" userId="" providerId="" clId="Web-{3A3904C2-7B6E-4289-9DEC-151B4B3A0E68}" dt="2026-08-31T17:56:25.383" v="47" actId="34807"/>
          <ac:spMkLst>
            <pc:docMk/>
            <pc:sldMk cId="549974116" sldId="2522"/>
            <ac:spMk id="174" creationId="{A099577A-776B-FE1D-4F24-8D2077FE03E5}"/>
          </ac:spMkLst>
        </pc:spChg>
        <pc:spChg chg="add mod">
          <ac:chgData name="" userId="" providerId="" clId="Web-{3A3904C2-7B6E-4289-9DEC-151B4B3A0E68}" dt="2026-08-31T17:56:25.383" v="47" actId="34807"/>
          <ac:spMkLst>
            <pc:docMk/>
            <pc:sldMk cId="549974116" sldId="2522"/>
            <ac:spMk id="175" creationId="{CDC45AF5-C6DC-45BA-5ACA-2A0B09DEEB45}"/>
          </ac:spMkLst>
        </pc:spChg>
        <pc:spChg chg="add mod">
          <ac:chgData name="" userId="" providerId="" clId="Web-{3A3904C2-7B6E-4289-9DEC-151B4B3A0E68}" dt="2026-08-31T17:58:42.213" v="61" actId="34807"/>
          <ac:spMkLst>
            <pc:docMk/>
            <pc:sldMk cId="549974116" sldId="2522"/>
            <ac:spMk id="176" creationId="{FD6481E3-2175-F079-56FC-1FD1386D0551}"/>
          </ac:spMkLst>
        </pc:spChg>
        <pc:spChg chg="add mod">
          <ac:chgData name="" userId="" providerId="" clId="Web-{3A3904C2-7B6E-4289-9DEC-151B4B3A0E68}" dt="2026-08-31T17:56:25.383" v="47" actId="34807"/>
          <ac:spMkLst>
            <pc:docMk/>
            <pc:sldMk cId="549974116" sldId="2522"/>
            <ac:spMk id="177" creationId="{CC30B3EB-0B1D-0E30-5637-63E7CDB5918E}"/>
          </ac:spMkLst>
        </pc:spChg>
        <pc:spChg chg="add mod">
          <ac:chgData name="" userId="" providerId="" clId="Web-{3A3904C2-7B6E-4289-9DEC-151B4B3A0E68}" dt="2026-08-31T17:56:33.336" v="48" actId="34807"/>
          <ac:spMkLst>
            <pc:docMk/>
            <pc:sldMk cId="549974116" sldId="2522"/>
            <ac:spMk id="178" creationId="{CCA05DC6-2C83-CA97-7B70-47F0E3A0C054}"/>
          </ac:spMkLst>
        </pc:spChg>
        <pc:spChg chg="add mod">
          <ac:chgData name="" userId="" providerId="" clId="Web-{3A3904C2-7B6E-4289-9DEC-151B4B3A0E68}" dt="2026-08-31T17:56:33.336" v="48" actId="34807"/>
          <ac:spMkLst>
            <pc:docMk/>
            <pc:sldMk cId="549974116" sldId="2522"/>
            <ac:spMk id="179" creationId="{997C12BD-2408-CDF3-F107-A3FD7E529F87}"/>
          </ac:spMkLst>
        </pc:spChg>
        <pc:spChg chg="add mod">
          <ac:chgData name="" userId="" providerId="" clId="Web-{3A3904C2-7B6E-4289-9DEC-151B4B3A0E68}" dt="2026-08-31T17:58:42.213" v="61" actId="34807"/>
          <ac:spMkLst>
            <pc:docMk/>
            <pc:sldMk cId="549974116" sldId="2522"/>
            <ac:spMk id="180" creationId="{A588C9EE-A9DB-3160-A2BD-552D43F8594C}"/>
          </ac:spMkLst>
        </pc:spChg>
        <pc:spChg chg="add mod">
          <ac:chgData name="" userId="" providerId="" clId="Web-{3A3904C2-7B6E-4289-9DEC-151B4B3A0E68}" dt="2026-08-31T17:56:33.336" v="48" actId="34807"/>
          <ac:spMkLst>
            <pc:docMk/>
            <pc:sldMk cId="549974116" sldId="2522"/>
            <ac:spMk id="181" creationId="{04E18079-0421-A6B4-9424-AFCC635E5DF3}"/>
          </ac:spMkLst>
        </pc:spChg>
        <pc:spChg chg="add mod">
          <ac:chgData name="" userId="" providerId="" clId="Web-{3A3904C2-7B6E-4289-9DEC-151B4B3A0E68}" dt="2026-08-31T17:56:33.336" v="48" actId="34807"/>
          <ac:spMkLst>
            <pc:docMk/>
            <pc:sldMk cId="549974116" sldId="2522"/>
            <ac:spMk id="182" creationId="{F1EBB38E-A9D0-B869-A71E-4E4EC97114C0}"/>
          </ac:spMkLst>
        </pc:spChg>
        <pc:spChg chg="add mod">
          <ac:chgData name="" userId="" providerId="" clId="Web-{3A3904C2-7B6E-4289-9DEC-151B4B3A0E68}" dt="2026-08-31T17:56:41.352" v="49" actId="34807"/>
          <ac:spMkLst>
            <pc:docMk/>
            <pc:sldMk cId="549974116" sldId="2522"/>
            <ac:spMk id="183" creationId="{B7813FDD-55FF-9B55-E436-0DEBA9A7B2C8}"/>
          </ac:spMkLst>
        </pc:spChg>
        <pc:spChg chg="add mod">
          <ac:chgData name="" userId="" providerId="" clId="Web-{3A3904C2-7B6E-4289-9DEC-151B4B3A0E68}" dt="2026-08-31T17:58:42.213" v="61" actId="34807"/>
          <ac:spMkLst>
            <pc:docMk/>
            <pc:sldMk cId="549974116" sldId="2522"/>
            <ac:spMk id="184" creationId="{A1658B2D-93CD-C02F-6989-96E0341DC663}"/>
          </ac:spMkLst>
        </pc:spChg>
        <pc:spChg chg="add mod">
          <ac:chgData name="" userId="" providerId="" clId="Web-{3A3904C2-7B6E-4289-9DEC-151B4B3A0E68}" dt="2026-08-31T17:56:41.352" v="49" actId="34807"/>
          <ac:spMkLst>
            <pc:docMk/>
            <pc:sldMk cId="549974116" sldId="2522"/>
            <ac:spMk id="185" creationId="{C2764256-B325-C896-3107-BDAA074F57B3}"/>
          </ac:spMkLst>
        </pc:spChg>
        <pc:spChg chg="add mod">
          <ac:chgData name="" userId="" providerId="" clId="Web-{3A3904C2-7B6E-4289-9DEC-151B4B3A0E68}" dt="2026-08-31T17:56:41.352" v="49" actId="34807"/>
          <ac:spMkLst>
            <pc:docMk/>
            <pc:sldMk cId="549974116" sldId="2522"/>
            <ac:spMk id="186" creationId="{E5FEA8D4-7C39-DF70-F62C-FF2E5F9C2CAA}"/>
          </ac:spMkLst>
        </pc:spChg>
        <pc:spChg chg="add mod">
          <ac:chgData name="" userId="" providerId="" clId="Web-{3A3904C2-7B6E-4289-9DEC-151B4B3A0E68}" dt="2026-08-31T17:56:41.352" v="49" actId="34807"/>
          <ac:spMkLst>
            <pc:docMk/>
            <pc:sldMk cId="549974116" sldId="2522"/>
            <ac:spMk id="187" creationId="{1A715E7D-D329-6B68-7BB5-C258F490D0F1}"/>
          </ac:spMkLst>
        </pc:spChg>
        <pc:picChg chg="add">
          <ac:chgData name="" userId="" providerId="" clId="Web-{3A3904C2-7B6E-4289-9DEC-151B4B3A0E68}" dt="2026-08-31T17:56:10.008" v="45" actId="34807"/>
          <ac:picMkLst>
            <pc:docMk/>
            <pc:sldMk cId="549974116" sldId="2522"/>
            <ac:picMk id="168" creationId="{CB10EC2B-CF86-94B0-93C2-B47F89207FCF}"/>
          </ac:picMkLst>
        </pc:picChg>
      </pc:sldChg>
      <pc:sldChg chg="addSp modSp">
        <pc:chgData name="" userId="" providerId="" clId="Web-{3A3904C2-7B6E-4289-9DEC-151B4B3A0E68}" dt="2026-08-31T17:58:51.619" v="62" actId="34807"/>
        <pc:sldMkLst>
          <pc:docMk/>
          <pc:sldMk cId="2748765313" sldId="2734"/>
        </pc:sldMkLst>
        <pc:spChg chg="add mod">
          <ac:chgData name="" userId="" providerId="" clId="Web-{3A3904C2-7B6E-4289-9DEC-151B4B3A0E68}" dt="2026-08-31T17:56:57.821" v="51" actId="34807"/>
          <ac:spMkLst>
            <pc:docMk/>
            <pc:sldMk cId="2748765313" sldId="2734"/>
            <ac:spMk id="190" creationId="{6369899B-9355-DD9B-D1CF-1AC06A942C2B}"/>
          </ac:spMkLst>
        </pc:spChg>
        <pc:spChg chg="add mod">
          <ac:chgData name="" userId="" providerId="" clId="Web-{3A3904C2-7B6E-4289-9DEC-151B4B3A0E68}" dt="2026-08-31T17:56:57.821" v="51" actId="34807"/>
          <ac:spMkLst>
            <pc:docMk/>
            <pc:sldMk cId="2748765313" sldId="2734"/>
            <ac:spMk id="191" creationId="{A99F57E6-BBD1-086B-0016-EDC1F1FEC66A}"/>
          </ac:spMkLst>
        </pc:spChg>
        <pc:spChg chg="add mod">
          <ac:chgData name="" userId="" providerId="" clId="Web-{3A3904C2-7B6E-4289-9DEC-151B4B3A0E68}" dt="2026-08-31T17:56:57.821" v="51" actId="34807"/>
          <ac:spMkLst>
            <pc:docMk/>
            <pc:sldMk cId="2748765313" sldId="2734"/>
            <ac:spMk id="192" creationId="{FA62E551-366C-DD53-FC06-41601AF6220E}"/>
          </ac:spMkLst>
        </pc:spChg>
        <pc:spChg chg="add mod">
          <ac:chgData name="" userId="" providerId="" clId="Web-{3A3904C2-7B6E-4289-9DEC-151B4B3A0E68}" dt="2026-08-31T17:58:42.213" v="61" actId="34807"/>
          <ac:spMkLst>
            <pc:docMk/>
            <pc:sldMk cId="2748765313" sldId="2734"/>
            <ac:spMk id="193" creationId="{6DE0D835-BCEE-E879-ACA6-72E9B61CAA58}"/>
          </ac:spMkLst>
        </pc:spChg>
        <pc:spChg chg="add mod">
          <ac:chgData name="" userId="" providerId="" clId="Web-{3A3904C2-7B6E-4289-9DEC-151B4B3A0E68}" dt="2026-08-31T17:58:42.213" v="61" actId="34807"/>
          <ac:spMkLst>
            <pc:docMk/>
            <pc:sldMk cId="2748765313" sldId="2734"/>
            <ac:spMk id="194" creationId="{CD14A27C-E1C2-A450-9E71-8F5FB7A68784}"/>
          </ac:spMkLst>
        </pc:spChg>
        <pc:spChg chg="add mod">
          <ac:chgData name="" userId="" providerId="" clId="Web-{3A3904C2-7B6E-4289-9DEC-151B4B3A0E68}" dt="2026-08-31T17:58:51.619" v="62" actId="34807"/>
          <ac:spMkLst>
            <pc:docMk/>
            <pc:sldMk cId="2748765313" sldId="2734"/>
            <ac:spMk id="195" creationId="{4B6DC6F6-36C6-ECAC-7784-0C27018DA105}"/>
          </ac:spMkLst>
        </pc:spChg>
        <pc:spChg chg="add mod">
          <ac:chgData name="" userId="" providerId="" clId="Web-{3A3904C2-7B6E-4289-9DEC-151B4B3A0E68}" dt="2026-08-31T17:58:51.619" v="62" actId="34807"/>
          <ac:spMkLst>
            <pc:docMk/>
            <pc:sldMk cId="2748765313" sldId="2734"/>
            <ac:spMk id="196" creationId="{191B414B-2D45-B833-B2D7-A74540C68311}"/>
          </ac:spMkLst>
        </pc:spChg>
        <pc:spChg chg="add mod">
          <ac:chgData name="" userId="" providerId="" clId="Web-{3A3904C2-7B6E-4289-9DEC-151B4B3A0E68}" dt="2026-08-31T17:58:51.619" v="62" actId="34807"/>
          <ac:spMkLst>
            <pc:docMk/>
            <pc:sldMk cId="2748765313" sldId="2734"/>
            <ac:spMk id="197" creationId="{51EF4248-C4BE-934C-58C9-68A92A1AB776}"/>
          </ac:spMkLst>
        </pc:spChg>
        <pc:spChg chg="add mod">
          <ac:chgData name="" userId="" providerId="" clId="Web-{3A3904C2-7B6E-4289-9DEC-151B4B3A0E68}" dt="2026-08-31T17:57:06.352" v="52" actId="34807"/>
          <ac:spMkLst>
            <pc:docMk/>
            <pc:sldMk cId="2748765313" sldId="2734"/>
            <ac:spMk id="198" creationId="{A546BEBA-DEAF-FBDE-25EE-EDC1EFACABB1}"/>
          </ac:spMkLst>
        </pc:spChg>
        <pc:spChg chg="add mod">
          <ac:chgData name="" userId="" providerId="" clId="Web-{3A3904C2-7B6E-4289-9DEC-151B4B3A0E68}" dt="2026-08-31T17:57:14.587" v="53" actId="34807"/>
          <ac:spMkLst>
            <pc:docMk/>
            <pc:sldMk cId="2748765313" sldId="2734"/>
            <ac:spMk id="199" creationId="{9478D503-4568-6F60-612F-6C05CACC25AF}"/>
          </ac:spMkLst>
        </pc:spChg>
        <pc:spChg chg="add mod">
          <ac:chgData name="" userId="" providerId="" clId="Web-{3A3904C2-7B6E-4289-9DEC-151B4B3A0E68}" dt="2026-08-31T17:57:14.587" v="53" actId="34807"/>
          <ac:spMkLst>
            <pc:docMk/>
            <pc:sldMk cId="2748765313" sldId="2734"/>
            <ac:spMk id="200" creationId="{37507366-660E-0C84-A046-EEBE44B6452C}"/>
          </ac:spMkLst>
        </pc:spChg>
        <pc:spChg chg="add mod">
          <ac:chgData name="" userId="" providerId="" clId="Web-{3A3904C2-7B6E-4289-9DEC-151B4B3A0E68}" dt="2026-08-31T17:57:14.587" v="53" actId="34807"/>
          <ac:spMkLst>
            <pc:docMk/>
            <pc:sldMk cId="2748765313" sldId="2734"/>
            <ac:spMk id="201" creationId="{43B33934-ED71-82E3-9525-F623D2CC4F63}"/>
          </ac:spMkLst>
        </pc:spChg>
        <pc:spChg chg="add mod">
          <ac:chgData name="" userId="" providerId="" clId="Web-{3A3904C2-7B6E-4289-9DEC-151B4B3A0E68}" dt="2026-08-31T17:57:14.587" v="53" actId="34807"/>
          <ac:spMkLst>
            <pc:docMk/>
            <pc:sldMk cId="2748765313" sldId="2734"/>
            <ac:spMk id="202" creationId="{75122ACC-4CEC-BDDD-90C8-814B6DDF73FE}"/>
          </ac:spMkLst>
        </pc:spChg>
        <pc:spChg chg="add mod">
          <ac:chgData name="" userId="" providerId="" clId="Web-{3A3904C2-7B6E-4289-9DEC-151B4B3A0E68}" dt="2026-08-31T17:57:14.587" v="53" actId="34807"/>
          <ac:spMkLst>
            <pc:docMk/>
            <pc:sldMk cId="2748765313" sldId="2734"/>
            <ac:spMk id="203" creationId="{4DE93B7D-9BA8-DCC9-935F-6085BB64CB1C}"/>
          </ac:spMkLst>
        </pc:spChg>
        <pc:spChg chg="add mod">
          <ac:chgData name="" userId="" providerId="" clId="Web-{3A3904C2-7B6E-4289-9DEC-151B4B3A0E68}" dt="2026-08-31T17:57:19.165" v="54" actId="34807"/>
          <ac:spMkLst>
            <pc:docMk/>
            <pc:sldMk cId="2748765313" sldId="2734"/>
            <ac:spMk id="204" creationId="{B00FDE0D-0959-02E7-9D5A-5BB960808031}"/>
          </ac:spMkLst>
        </pc:spChg>
        <pc:picChg chg="add">
          <ac:chgData name="" userId="" providerId="" clId="Web-{3A3904C2-7B6E-4289-9DEC-151B4B3A0E68}" dt="2026-08-31T17:56:50.212" v="50" actId="34807"/>
          <ac:picMkLst>
            <pc:docMk/>
            <pc:sldMk cId="2748765313" sldId="2734"/>
            <ac:picMk id="189" creationId="{127EF041-239B-F46B-FF07-AE923FD407A3}"/>
          </ac:picMkLst>
        </pc:picChg>
      </pc:sldChg>
      <pc:sldChg chg="addSp delSp modSp mod setBg">
        <pc:chgData name="" userId="" providerId="" clId="Web-{3A3904C2-7B6E-4289-9DEC-151B4B3A0E68}" dt="2026-08-31T18:15:25.754" v="104" actId="34807"/>
        <pc:sldMkLst>
          <pc:docMk/>
          <pc:sldMk cId="2948033071" sldId="2947"/>
        </pc:sldMkLst>
        <pc:spChg chg="add del mod">
          <ac:chgData name="" userId="" providerId="" clId="Web-{3A3904C2-7B6E-4289-9DEC-151B4B3A0E68}" dt="2026-08-31T18:12:39.627" v="96" actId="34807"/>
          <ac:spMkLst>
            <pc:docMk/>
            <pc:sldMk cId="2948033071" sldId="2947"/>
            <ac:spMk id="207" creationId="{39E766B2-CCE7-B5C3-9D8D-87B916612CCE}"/>
          </ac:spMkLst>
        </pc:spChg>
        <pc:spChg chg="add del mod">
          <ac:chgData name="" userId="" providerId="" clId="Web-{3A3904C2-7B6E-4289-9DEC-151B4B3A0E68}" dt="2026-08-31T18:12:39.627" v="96" actId="34807"/>
          <ac:spMkLst>
            <pc:docMk/>
            <pc:sldMk cId="2948033071" sldId="2947"/>
            <ac:spMk id="208" creationId="{C4148258-FA32-9878-F850-20D0B48FEE9C}"/>
          </ac:spMkLst>
        </pc:spChg>
        <pc:spChg chg="add del mod">
          <ac:chgData name="" userId="" providerId="" clId="Web-{3A3904C2-7B6E-4289-9DEC-151B4B3A0E68}" dt="2026-08-31T18:10:53.657" v="92" actId="34807"/>
          <ac:spMkLst>
            <pc:docMk/>
            <pc:sldMk cId="2948033071" sldId="2947"/>
            <ac:spMk id="209" creationId="{5799CF9C-DDA9-BBF2-C733-5558DF3FFE27}"/>
          </ac:spMkLst>
        </pc:spChg>
        <pc:spChg chg="add del mod">
          <ac:chgData name="" userId="" providerId="" clId="Web-{3A3904C2-7B6E-4289-9DEC-151B4B3A0E68}" dt="2026-08-31T18:10:53.657" v="92" actId="34807"/>
          <ac:spMkLst>
            <pc:docMk/>
            <pc:sldMk cId="2948033071" sldId="2947"/>
            <ac:spMk id="210" creationId="{DDF06C47-5919-F984-EE56-805AD4D6A7A0}"/>
          </ac:spMkLst>
        </pc:spChg>
        <pc:spChg chg="add del mod">
          <ac:chgData name="" userId="" providerId="" clId="Web-{3A3904C2-7B6E-4289-9DEC-151B4B3A0E68}" dt="2026-08-31T18:10:53.657" v="92" actId="34807"/>
          <ac:spMkLst>
            <pc:docMk/>
            <pc:sldMk cId="2948033071" sldId="2947"/>
            <ac:spMk id="211" creationId="{F9CE8A52-7A3F-3336-0C49-32C5265DFB6F}"/>
          </ac:spMkLst>
        </pc:spChg>
        <pc:spChg chg="add del mod">
          <ac:chgData name="" userId="" providerId="" clId="Web-{3A3904C2-7B6E-4289-9DEC-151B4B3A0E68}" dt="2026-08-31T18:10:53.657" v="92" actId="34807"/>
          <ac:spMkLst>
            <pc:docMk/>
            <pc:sldMk cId="2948033071" sldId="2947"/>
            <ac:spMk id="212" creationId="{43713790-8B01-52AC-F43F-CCBFAEB2DA44}"/>
          </ac:spMkLst>
        </pc:spChg>
        <pc:spChg chg="add del mod">
          <ac:chgData name="" userId="" providerId="" clId="Web-{3A3904C2-7B6E-4289-9DEC-151B4B3A0E68}" dt="2026-08-31T18:10:53.657" v="92" actId="34807"/>
          <ac:spMkLst>
            <pc:docMk/>
            <pc:sldMk cId="2948033071" sldId="2947"/>
            <ac:spMk id="213" creationId="{0B32BACA-468B-1324-8BE0-9CF1AC3357C2}"/>
          </ac:spMkLst>
        </pc:spChg>
        <pc:spChg chg="add del mod">
          <ac:chgData name="" userId="" providerId="" clId="Web-{3A3904C2-7B6E-4289-9DEC-151B4B3A0E68}" dt="2026-08-31T18:12:30.924" v="95" actId="34807"/>
          <ac:spMkLst>
            <pc:docMk/>
            <pc:sldMk cId="2948033071" sldId="2947"/>
            <ac:spMk id="290" creationId="{C7CC6147-6939-E3CB-3837-DD1D4AB9DFB0}"/>
          </ac:spMkLst>
        </pc:spChg>
        <pc:spChg chg="add del mod">
          <ac:chgData name="" userId="" providerId="" clId="Web-{3A3904C2-7B6E-4289-9DEC-151B4B3A0E68}" dt="2026-08-31T18:12:30.924" v="95" actId="34807"/>
          <ac:spMkLst>
            <pc:docMk/>
            <pc:sldMk cId="2948033071" sldId="2947"/>
            <ac:spMk id="291" creationId="{6DD463E8-9E8E-F0A5-B19E-8D4FD4942A71}"/>
          </ac:spMkLst>
        </pc:spChg>
        <pc:spChg chg="add del mod">
          <ac:chgData name="" userId="" providerId="" clId="Web-{3A3904C2-7B6E-4289-9DEC-151B4B3A0E68}" dt="2026-08-31T18:12:30.924" v="95" actId="34807"/>
          <ac:spMkLst>
            <pc:docMk/>
            <pc:sldMk cId="2948033071" sldId="2947"/>
            <ac:spMk id="292" creationId="{ADDC781D-DDA8-417D-DE46-8B6D2BDA0159}"/>
          </ac:spMkLst>
        </pc:spChg>
        <pc:spChg chg="add mod">
          <ac:chgData name="" userId="" providerId="" clId="Web-{3A3904C2-7B6E-4289-9DEC-151B4B3A0E68}" dt="2026-08-31T18:14:18.284" v="98" actId="34807"/>
          <ac:spMkLst>
            <pc:docMk/>
            <pc:sldMk cId="2948033071" sldId="2947"/>
            <ac:spMk id="292" creationId="{DD444683-6C2B-9257-D064-3FB424657B3B}"/>
          </ac:spMkLst>
        </pc:spChg>
        <pc:spChg chg="add mod">
          <ac:chgData name="" userId="" providerId="" clId="Web-{3A3904C2-7B6E-4289-9DEC-151B4B3A0E68}" dt="2026-08-31T18:14:38.050" v="99" actId="34807"/>
          <ac:spMkLst>
            <pc:docMk/>
            <pc:sldMk cId="2948033071" sldId="2947"/>
            <ac:spMk id="293" creationId="{57FCB52D-57B6-BA9F-B5E9-1D830AA531ED}"/>
          </ac:spMkLst>
        </pc:spChg>
        <pc:spChg chg="add del mod">
          <ac:chgData name="" userId="" providerId="" clId="Web-{3A3904C2-7B6E-4289-9DEC-151B4B3A0E68}" dt="2026-08-31T18:12:30.924" v="95" actId="34807"/>
          <ac:spMkLst>
            <pc:docMk/>
            <pc:sldMk cId="2948033071" sldId="2947"/>
            <ac:spMk id="293" creationId="{A9F80817-54FD-FF4D-4184-520E44410040}"/>
          </ac:spMkLst>
        </pc:spChg>
        <pc:spChg chg="add del mod">
          <ac:chgData name="" userId="" providerId="" clId="Web-{3A3904C2-7B6E-4289-9DEC-151B4B3A0E68}" dt="2026-08-31T18:12:30.924" v="95" actId="34807"/>
          <ac:spMkLst>
            <pc:docMk/>
            <pc:sldMk cId="2948033071" sldId="2947"/>
            <ac:spMk id="294" creationId="{470BDFDB-B465-1CF4-542B-1D020BE7E8BD}"/>
          </ac:spMkLst>
        </pc:spChg>
        <pc:spChg chg="add mod">
          <ac:chgData name="" userId="" providerId="" clId="Web-{3A3904C2-7B6E-4289-9DEC-151B4B3A0E68}" dt="2026-08-31T18:14:54.941" v="100" actId="34807"/>
          <ac:spMkLst>
            <pc:docMk/>
            <pc:sldMk cId="2948033071" sldId="2947"/>
            <ac:spMk id="294" creationId="{D32143D1-24FC-FD60-D522-00DF6CCCA48C}"/>
          </ac:spMkLst>
        </pc:spChg>
        <pc:spChg chg="add mod">
          <ac:chgData name="" userId="" providerId="" clId="Web-{3A3904C2-7B6E-4289-9DEC-151B4B3A0E68}" dt="2026-08-31T18:15:02.707" v="101" actId="34807"/>
          <ac:spMkLst>
            <pc:docMk/>
            <pc:sldMk cId="2948033071" sldId="2947"/>
            <ac:spMk id="295" creationId="{DA2BD184-7DF8-A23C-56D3-044B5C73C54E}"/>
          </ac:spMkLst>
        </pc:spChg>
        <pc:spChg chg="add mod">
          <ac:chgData name="" userId="" providerId="" clId="Web-{3A3904C2-7B6E-4289-9DEC-151B4B3A0E68}" dt="2026-08-31T18:15:10.644" v="102" actId="34807"/>
          <ac:spMkLst>
            <pc:docMk/>
            <pc:sldMk cId="2948033071" sldId="2947"/>
            <ac:spMk id="296" creationId="{82EB46FC-2ECF-C88B-D3FA-1D603E649D95}"/>
          </ac:spMkLst>
        </pc:spChg>
        <pc:spChg chg="add mod">
          <ac:chgData name="" userId="" providerId="" clId="Web-{3A3904C2-7B6E-4289-9DEC-151B4B3A0E68}" dt="2026-08-31T18:15:17.816" v="103" actId="34807"/>
          <ac:spMkLst>
            <pc:docMk/>
            <pc:sldMk cId="2948033071" sldId="2947"/>
            <ac:spMk id="297" creationId="{069C7A31-78E3-DB01-A2E3-EC4AE8022765}"/>
          </ac:spMkLst>
        </pc:spChg>
        <pc:spChg chg="add mod">
          <ac:chgData name="" userId="" providerId="" clId="Web-{3A3904C2-7B6E-4289-9DEC-151B4B3A0E68}" dt="2026-08-31T18:15:25.754" v="104" actId="34807"/>
          <ac:spMkLst>
            <pc:docMk/>
            <pc:sldMk cId="2948033071" sldId="2947"/>
            <ac:spMk id="298" creationId="{3500B879-5363-39D0-CD70-0F4111B5D4D0}"/>
          </ac:spMkLst>
        </pc:spChg>
        <pc:picChg chg="add del">
          <ac:chgData name="" userId="" providerId="" clId="Web-{3A3904C2-7B6E-4289-9DEC-151B4B3A0E68}" dt="2026-08-31T18:12:39.627" v="96" actId="34807"/>
          <ac:picMkLst>
            <pc:docMk/>
            <pc:sldMk cId="2948033071" sldId="2947"/>
            <ac:picMk id="206" creationId="{2874A95D-DF66-E565-744B-D9ACA61359D1}"/>
          </ac:picMkLst>
        </pc:picChg>
        <pc:picChg chg="add">
          <ac:chgData name="" userId="" providerId="" clId="Web-{3A3904C2-7B6E-4289-9DEC-151B4B3A0E68}" dt="2026-08-31T18:12:47.346" v="97" actId="34807"/>
          <ac:picMkLst>
            <pc:docMk/>
            <pc:sldMk cId="2948033071" sldId="2947"/>
            <ac:picMk id="291" creationId="{4173D25A-FABC-C8ED-CA5B-5F62603C1029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annual saving ($M)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4"/>
                <c:pt idx="0">
                  <c:v>Manual + AI</c:v>
                </c:pt>
                <c:pt idx="1">
                  <c:v>Human Review</c:v>
                </c:pt>
                <c:pt idx="2">
                  <c:v>Minimal Human Review</c:v>
                </c:pt>
                <c:pt idx="3">
                  <c:v>Fully Autonomous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4"/>
                <c:pt idx="0">
                  <c:v>134</c:v>
                </c:pt>
                <c:pt idx="1">
                  <c:v>298</c:v>
                </c:pt>
                <c:pt idx="2">
                  <c:v>386</c:v>
                </c:pt>
                <c:pt idx="3">
                  <c:v>550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8B-4F91-9111-5E239FF502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88328383"/>
        <c:axId val="1988325983"/>
      </c:barChart>
      <c:catAx>
        <c:axId val="1988328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8325983"/>
        <c:crosses val="autoZero"/>
        <c:auto val="1"/>
        <c:lblAlgn val="ctr"/>
        <c:lblOffset val="100"/>
        <c:noMultiLvlLbl val="0"/>
      </c:catAx>
      <c:valAx>
        <c:axId val="1988325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83283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8E086F7-DF7C-C78E-3AF7-819520DDD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45C33C7-7ADC-9244-5484-54B635E924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314F">
              <a:alpha val="6200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3B0E37-A8BD-BF45-48A8-DCEF53355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800" y="457200"/>
            <a:ext cx="960000" cy="2402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00B6A02-FE80-2DF1-28FA-04323CB30AF2}"/>
              </a:ext>
            </a:extLst>
          </p:cNvPr>
          <p:cNvSpPr/>
          <p:nvPr/>
        </p:nvSpPr>
        <p:spPr>
          <a:xfrm>
            <a:off x="457200" y="5975000"/>
            <a:ext cx="11277600" cy="127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79DE40-480D-2506-1921-AC57086CA680}"/>
              </a:ext>
            </a:extLst>
          </p:cNvPr>
          <p:cNvSpPr/>
          <p:nvPr/>
        </p:nvSpPr>
        <p:spPr>
          <a:xfrm>
            <a:off x="457200" y="6050280"/>
            <a:ext cx="445008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Michael Yaacoub | Sr Solution Engineer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563CBF-BAE1-7195-3EE3-44137CC1A20C}"/>
              </a:ext>
            </a:extLst>
          </p:cNvPr>
          <p:cNvSpPr/>
          <p:nvPr/>
        </p:nvSpPr>
        <p:spPr>
          <a:xfrm>
            <a:off x="457200" y="3050000"/>
            <a:ext cx="320000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ENTERPRISE BUSINESS CASE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C7C92F-FDDC-45E2-DE80-70A8465C5076}"/>
              </a:ext>
            </a:extLst>
          </p:cNvPr>
          <p:cNvSpPr/>
          <p:nvPr/>
        </p:nvSpPr>
        <p:spPr>
          <a:xfrm>
            <a:off x="457200" y="3560000"/>
            <a:ext cx="6400000" cy="746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Agentic SDLC Factory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0D832A-0083-CD4F-33F3-2BF0E69DE9AD}"/>
              </a:ext>
            </a:extLst>
          </p:cNvPr>
          <p:cNvSpPr/>
          <p:nvPr/>
        </p:nvSpPr>
        <p:spPr>
          <a:xfrm>
            <a:off x="457200" y="4420000"/>
            <a:ext cx="9100000" cy="746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2F5F9"/>
                </a:solidFill>
                <a:effectLst/>
                <a:latin typeface="Calibri" panose="020F0502020204030204" pitchFamily="34" charset="0"/>
              </a:rPr>
              <a:t>Value model, ROI and operating options for enterprise-scale delivery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DAF5E8-B28F-A3A1-1B1A-F9E1E0CC5F16}"/>
              </a:ext>
            </a:extLst>
          </p:cNvPr>
          <p:cNvSpPr/>
          <p:nvPr/>
        </p:nvSpPr>
        <p:spPr>
          <a:xfrm>
            <a:off x="457200" y="5010000"/>
            <a:ext cx="10200000" cy="594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$386M net annual saving · 9.2x year-one ROI · payback in 1.2 months</a:t>
            </a:r>
          </a:p>
          <a:p>
            <a:pPr>
              <a:buNone/>
            </a:pPr>
            <a:r>
              <a:rPr lang="en-US" sz="15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Project start in minutes · one security plane across every system of record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5915F32-F66C-4865-B16F-9A58FB016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800" y="457200"/>
            <a:ext cx="960000" cy="24028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2FB1D99-AB08-6A7B-71C5-2AF5D2AF60A4}"/>
              </a:ext>
            </a:extLst>
          </p:cNvPr>
          <p:cNvSpPr/>
          <p:nvPr/>
        </p:nvSpPr>
        <p:spPr>
          <a:xfrm>
            <a:off x="457200" y="5975000"/>
            <a:ext cx="11277600" cy="12700"/>
          </a:xfrm>
          <a:prstGeom prst="rect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6B8B9-FA01-C53A-90E9-C43836ACA53C}"/>
              </a:ext>
            </a:extLst>
          </p:cNvPr>
          <p:cNvSpPr/>
          <p:nvPr/>
        </p:nvSpPr>
        <p:spPr>
          <a:xfrm>
            <a:off x="457200" y="6050280"/>
            <a:ext cx="445008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Michael Yaacoub | Sr Solution Engineer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E74106-8C9E-8181-69D8-FF8A16EB8F87}"/>
              </a:ext>
            </a:extLst>
          </p:cNvPr>
          <p:cNvSpPr/>
          <p:nvPr/>
        </p:nvSpPr>
        <p:spPr>
          <a:xfrm>
            <a:off x="457200" y="762000"/>
            <a:ext cx="10160000" cy="929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Agentic SDLC Factory returns $386M a year on a $42M year-one investment</a:t>
            </a:r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5EAEB1-EA52-B180-1672-5A6DBB03C558}"/>
              </a:ext>
            </a:extLst>
          </p:cNvPr>
          <p:cNvSpPr/>
          <p:nvPr/>
        </p:nvSpPr>
        <p:spPr>
          <a:xfrm>
            <a:off x="457200" y="1965960"/>
            <a:ext cx="11277600" cy="1356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 dirty="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Situation - 6,000 projects a year, 25,000 engineers, $2.81B of delivery </a:t>
            </a:r>
            <a:r>
              <a:rPr lang="en-US" sz="1600" dirty="0" err="1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labour</a:t>
            </a:r>
            <a:r>
              <a:rPr lang="en-US" sz="1600" dirty="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>
              <a:buNone/>
            </a:pPr>
            <a:r>
              <a:rPr lang="en-US" sz="1600" dirty="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Complication - AI assistance alone captures 12% of addressable effort; security and cost stay fragmented.</a:t>
            </a:r>
          </a:p>
          <a:p>
            <a:pPr>
              <a:buNone/>
            </a:pPr>
            <a:r>
              <a:rPr lang="en-US" sz="1600" dirty="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Resolution - one governed factory: 14 agents, 9 evidence gates, one security and cost plane.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9C2EE4-5188-62DD-E7C9-1B46F3613158}"/>
              </a:ext>
            </a:extLst>
          </p:cNvPr>
          <p:cNvSpPr/>
          <p:nvPr/>
        </p:nvSpPr>
        <p:spPr>
          <a:xfrm>
            <a:off x="457200" y="3722320"/>
            <a:ext cx="2647950" cy="6553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 b="1" dirty="0">
                <a:solidFill>
                  <a:srgbClr val="107C10"/>
                </a:solidFill>
                <a:effectLst/>
                <a:latin typeface="Trebuchet MS" panose="020B0603020202020204" pitchFamily="34" charset="0"/>
              </a:rPr>
              <a:t>$386M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47C207-A60D-B4AB-9E41-0F20114C1267}"/>
              </a:ext>
            </a:extLst>
          </p:cNvPr>
          <p:cNvSpPr/>
          <p:nvPr/>
        </p:nvSpPr>
        <p:spPr>
          <a:xfrm>
            <a:off x="457200" y="4423359"/>
            <a:ext cx="264795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net annual saving, base case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2DADF1-6AAB-29AD-3E02-5336559A779E}"/>
              </a:ext>
            </a:extLst>
          </p:cNvPr>
          <p:cNvSpPr/>
          <p:nvPr/>
        </p:nvSpPr>
        <p:spPr>
          <a:xfrm>
            <a:off x="3333750" y="3722320"/>
            <a:ext cx="2647950" cy="6553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 b="1" dirty="0">
                <a:solidFill>
                  <a:srgbClr val="005A9E"/>
                </a:solidFill>
                <a:effectLst/>
                <a:latin typeface="Trebuchet MS" panose="020B0603020202020204" pitchFamily="34" charset="0"/>
              </a:rPr>
              <a:t>9.2x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4ECD9D-1154-7246-D267-EBA03A857033}"/>
              </a:ext>
            </a:extLst>
          </p:cNvPr>
          <p:cNvSpPr/>
          <p:nvPr/>
        </p:nvSpPr>
        <p:spPr>
          <a:xfrm>
            <a:off x="3333750" y="4423359"/>
            <a:ext cx="264795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year-one ROI, payback 1.2 months</a:t>
            </a:r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FF0EEF-8A37-CAD3-7867-C8BE6072FD75}"/>
              </a:ext>
            </a:extLst>
          </p:cNvPr>
          <p:cNvSpPr/>
          <p:nvPr/>
        </p:nvSpPr>
        <p:spPr>
          <a:xfrm>
            <a:off x="6210300" y="3722320"/>
            <a:ext cx="2647950" cy="6553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 b="1" dirty="0">
                <a:solidFill>
                  <a:srgbClr val="7A56C2"/>
                </a:solidFill>
                <a:effectLst/>
                <a:latin typeface="Trebuchet MS" panose="020B0603020202020204" pitchFamily="34" charset="0"/>
              </a:rPr>
              <a:t>minutes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681212-F549-EA52-3F94-ECBF218911B4}"/>
              </a:ext>
            </a:extLst>
          </p:cNvPr>
          <p:cNvSpPr/>
          <p:nvPr/>
        </p:nvSpPr>
        <p:spPr>
          <a:xfrm>
            <a:off x="6210300" y="4423359"/>
            <a:ext cx="264795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to start a project, versus 2-6 weeks</a:t>
            </a:r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3F2CB45-DA9C-5E34-7ED0-28B24B826954}"/>
              </a:ext>
            </a:extLst>
          </p:cNvPr>
          <p:cNvSpPr/>
          <p:nvPr/>
        </p:nvSpPr>
        <p:spPr>
          <a:xfrm>
            <a:off x="9086850" y="3722320"/>
            <a:ext cx="2647950" cy="6553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 b="1" dirty="0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2.3 weeks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E8B23F-9DE7-294A-724B-6EE86843A583}"/>
              </a:ext>
            </a:extLst>
          </p:cNvPr>
          <p:cNvSpPr/>
          <p:nvPr/>
        </p:nvSpPr>
        <p:spPr>
          <a:xfrm>
            <a:off x="9086850" y="4423359"/>
            <a:ext cx="264795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of delivery time removed per project</a:t>
            </a:r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18A433-26C4-FF95-C1BC-037AC6B2BAF4}"/>
              </a:ext>
            </a:extLst>
          </p:cNvPr>
          <p:cNvSpPr/>
          <p:nvPr/>
        </p:nvSpPr>
        <p:spPr>
          <a:xfrm>
            <a:off x="457200" y="5387239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Source: illustrative model built from the assumptions on the next slide.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534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7444CC61-FC64-1039-4A50-80F796D94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800" y="457200"/>
            <a:ext cx="960000" cy="240289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118264B2-CE69-0833-73ED-1473AEE552F1}"/>
              </a:ext>
            </a:extLst>
          </p:cNvPr>
          <p:cNvSpPr/>
          <p:nvPr/>
        </p:nvSpPr>
        <p:spPr>
          <a:xfrm>
            <a:off x="457200" y="5975000"/>
            <a:ext cx="11277600" cy="12700"/>
          </a:xfrm>
          <a:prstGeom prst="rect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C55216-87FE-0EDC-9B6F-C1EE899AFC2B}"/>
              </a:ext>
            </a:extLst>
          </p:cNvPr>
          <p:cNvSpPr/>
          <p:nvPr/>
        </p:nvSpPr>
        <p:spPr>
          <a:xfrm>
            <a:off x="457200" y="6050280"/>
            <a:ext cx="445008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Michael Yaacoub | Sr Solution Engineer</a:t>
            </a:r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41B90C-5C4E-1D1E-A3AA-D94C6C62F07B}"/>
              </a:ext>
            </a:extLst>
          </p:cNvPr>
          <p:cNvSpPr/>
          <p:nvPr/>
        </p:nvSpPr>
        <p:spPr>
          <a:xfrm>
            <a:off x="457200" y="762000"/>
            <a:ext cx="1016000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Four value claims, in order of importance</a:t>
            </a:r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5E290CA-08C7-9463-EBB0-C2C60F7A84B5}"/>
              </a:ext>
            </a:extLst>
          </p:cNvPr>
          <p:cNvSpPr/>
          <p:nvPr/>
        </p:nvSpPr>
        <p:spPr>
          <a:xfrm>
            <a:off x="457200" y="1569720"/>
            <a:ext cx="546735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A9E">
                <a:alpha val="35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0E60EB6-240F-1A72-D03E-3CD5B11C1865}"/>
              </a:ext>
            </a:extLst>
          </p:cNvPr>
          <p:cNvSpPr/>
          <p:nvPr/>
        </p:nvSpPr>
        <p:spPr>
          <a:xfrm>
            <a:off x="685800" y="1798320"/>
            <a:ext cx="411480" cy="411480"/>
          </a:xfrm>
          <a:prstGeom prst="ellipse">
            <a:avLst/>
          </a:prstGeom>
          <a:solidFill>
            <a:srgbClr val="107C10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1</a:t>
            </a:r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59F98BA-35C5-916E-744B-53577FC15DBB}"/>
              </a:ext>
            </a:extLst>
          </p:cNvPr>
          <p:cNvSpPr/>
          <p:nvPr/>
        </p:nvSpPr>
        <p:spPr>
          <a:xfrm>
            <a:off x="1234440" y="1798320"/>
            <a:ext cx="446151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Speed to start a project</a:t>
            </a:r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0924BD6-EA34-8C4D-86C0-0A00BE0B4B5D}"/>
              </a:ext>
            </a:extLst>
          </p:cNvPr>
          <p:cNvSpPr/>
          <p:nvPr/>
        </p:nvSpPr>
        <p:spPr>
          <a:xfrm>
            <a:off x="685800" y="2346960"/>
            <a:ext cx="5010150" cy="594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One requirements document in; provisioned project, repo and backlog out.</a:t>
            </a:r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AE01EF9-61FD-2749-BCBB-47CDB0F4B6D1}"/>
              </a:ext>
            </a:extLst>
          </p:cNvPr>
          <p:cNvSpPr/>
          <p:nvPr/>
        </p:nvSpPr>
        <p:spPr>
          <a:xfrm>
            <a:off x="685800" y="3032760"/>
            <a:ext cx="501015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107C10"/>
                </a:solidFill>
                <a:effectLst/>
                <a:latin typeface="Calibri" panose="020F0502020204030204" pitchFamily="34" charset="0"/>
              </a:rPr>
              <a:t>Minutes, versus 2-6 weeks</a:t>
            </a:r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04EEDCB-22EA-19CA-B9A0-8E320DB66EAF}"/>
              </a:ext>
            </a:extLst>
          </p:cNvPr>
          <p:cNvSpPr/>
          <p:nvPr/>
        </p:nvSpPr>
        <p:spPr>
          <a:xfrm>
            <a:off x="6267450" y="1569720"/>
            <a:ext cx="546735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A9E">
                <a:alpha val="35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8BCA903-34C0-E3E9-7D51-77D9A884C99A}"/>
              </a:ext>
            </a:extLst>
          </p:cNvPr>
          <p:cNvSpPr/>
          <p:nvPr/>
        </p:nvSpPr>
        <p:spPr>
          <a:xfrm>
            <a:off x="6496050" y="1798320"/>
            <a:ext cx="411480" cy="411480"/>
          </a:xfrm>
          <a:prstGeom prst="ellipse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2</a:t>
            </a:r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76DCD0C-DC99-13EE-8498-C19AF3009B22}"/>
              </a:ext>
            </a:extLst>
          </p:cNvPr>
          <p:cNvSpPr/>
          <p:nvPr/>
        </p:nvSpPr>
        <p:spPr>
          <a:xfrm>
            <a:off x="7044690" y="1798320"/>
            <a:ext cx="446151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Speed of release</a:t>
            </a:r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6D309BA-1077-1A90-7ECA-EDDFD2EE1153}"/>
              </a:ext>
            </a:extLst>
          </p:cNvPr>
          <p:cNvSpPr/>
          <p:nvPr/>
        </p:nvSpPr>
        <p:spPr>
          <a:xfrm>
            <a:off x="6496050" y="2346960"/>
            <a:ext cx="5010150" cy="594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One ordered graph plans, builds, tests, secures and deploys.</a:t>
            </a:r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67A6940-F071-A006-0E00-E0A04880FF48}"/>
              </a:ext>
            </a:extLst>
          </p:cNvPr>
          <p:cNvSpPr/>
          <p:nvPr/>
        </p:nvSpPr>
        <p:spPr>
          <a:xfrm>
            <a:off x="6496050" y="3032760"/>
            <a:ext cx="501015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005A9E"/>
                </a:solidFill>
                <a:effectLst/>
                <a:latin typeface="Calibri" panose="020F0502020204030204" pitchFamily="34" charset="0"/>
              </a:rPr>
              <a:t>2.3 weeks removed per project</a:t>
            </a:r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F5B381C-63D3-E3CF-19CE-DF583782E1EC}"/>
              </a:ext>
            </a:extLst>
          </p:cNvPr>
          <p:cNvSpPr/>
          <p:nvPr/>
        </p:nvSpPr>
        <p:spPr>
          <a:xfrm>
            <a:off x="457200" y="3840840"/>
            <a:ext cx="546735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A9E">
                <a:alpha val="35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9557AE5-72C8-E5D0-798B-36777A01FE1D}"/>
              </a:ext>
            </a:extLst>
          </p:cNvPr>
          <p:cNvSpPr/>
          <p:nvPr/>
        </p:nvSpPr>
        <p:spPr>
          <a:xfrm>
            <a:off x="685800" y="4069440"/>
            <a:ext cx="411480" cy="411480"/>
          </a:xfrm>
          <a:prstGeom prst="ellipse">
            <a:avLst/>
          </a:prstGeom>
          <a:solidFill>
            <a:srgbClr val="7A56C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3</a:t>
            </a:r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BF62B65-32F3-2279-1FBE-5B226D4E1E6D}"/>
              </a:ext>
            </a:extLst>
          </p:cNvPr>
          <p:cNvSpPr/>
          <p:nvPr/>
        </p:nvSpPr>
        <p:spPr>
          <a:xfrm>
            <a:off x="1234440" y="4069440"/>
            <a:ext cx="446151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Centralized security</a:t>
            </a:r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9D52331-F2C6-6DB5-2B74-F26495E2B509}"/>
              </a:ext>
            </a:extLst>
          </p:cNvPr>
          <p:cNvSpPr/>
          <p:nvPr/>
        </p:nvSpPr>
        <p:spPr>
          <a:xfrm>
            <a:off x="685800" y="4618080"/>
            <a:ext cx="5010150" cy="594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Guardrails, allow-lists and token limits enforced server-side everywhere.</a:t>
            </a:r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15797E9-545D-5899-5F87-5EC676B153C3}"/>
              </a:ext>
            </a:extLst>
          </p:cNvPr>
          <p:cNvSpPr/>
          <p:nvPr/>
        </p:nvSpPr>
        <p:spPr>
          <a:xfrm>
            <a:off x="685800" y="5303880"/>
            <a:ext cx="501015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7A56C2"/>
                </a:solidFill>
                <a:effectLst/>
                <a:latin typeface="Calibri" panose="020F0502020204030204" pitchFamily="34" charset="0"/>
              </a:rPr>
              <a:t>One plane, every system of record</a:t>
            </a:r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5EC21FF-355C-0135-60DC-8E1BE9398166}"/>
              </a:ext>
            </a:extLst>
          </p:cNvPr>
          <p:cNvSpPr/>
          <p:nvPr/>
        </p:nvSpPr>
        <p:spPr>
          <a:xfrm>
            <a:off x="6267450" y="3840840"/>
            <a:ext cx="546735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A9E">
                <a:alpha val="35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EA4E1F6-7E7B-B885-A174-A25BF56D39B1}"/>
              </a:ext>
            </a:extLst>
          </p:cNvPr>
          <p:cNvSpPr/>
          <p:nvPr/>
        </p:nvSpPr>
        <p:spPr>
          <a:xfrm>
            <a:off x="6496050" y="4069440"/>
            <a:ext cx="411480" cy="411480"/>
          </a:xfrm>
          <a:prstGeom prst="ellipse">
            <a:avLst/>
          </a:prstGeom>
          <a:solidFill>
            <a:srgbClr val="1231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4</a:t>
            </a:r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2474326-0AB2-434E-2EDB-8F80A9FCDC57}"/>
              </a:ext>
            </a:extLst>
          </p:cNvPr>
          <p:cNvSpPr/>
          <p:nvPr/>
        </p:nvSpPr>
        <p:spPr>
          <a:xfrm>
            <a:off x="7044690" y="4069440"/>
            <a:ext cx="446151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Cost visibility</a:t>
            </a:r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47FD01F-3BDF-7FC5-6F31-CC28E608F0AF}"/>
              </a:ext>
            </a:extLst>
          </p:cNvPr>
          <p:cNvSpPr/>
          <p:nvPr/>
        </p:nvSpPr>
        <p:spPr>
          <a:xfrm>
            <a:off x="6496050" y="4618080"/>
            <a:ext cx="5010150" cy="594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Every model call logs tokens to a project and an owner.</a:t>
            </a:r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D9FC499-76E0-DF67-2192-C986CEB15B27}"/>
              </a:ext>
            </a:extLst>
          </p:cNvPr>
          <p:cNvSpPr/>
          <p:nvPr/>
        </p:nvSpPr>
        <p:spPr>
          <a:xfrm>
            <a:off x="6496050" y="5303880"/>
            <a:ext cx="501015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$2,980 platform cost per project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1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BEA4BCA3-A3DF-AEFD-CAA9-1FE1ED447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800" y="457200"/>
            <a:ext cx="960000" cy="240289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6826443E-79AE-5CEB-A652-EEF6D4EA6172}"/>
              </a:ext>
            </a:extLst>
          </p:cNvPr>
          <p:cNvSpPr/>
          <p:nvPr/>
        </p:nvSpPr>
        <p:spPr>
          <a:xfrm>
            <a:off x="457200" y="5975000"/>
            <a:ext cx="11277600" cy="12700"/>
          </a:xfrm>
          <a:prstGeom prst="rect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6CB6749-C1D7-FC6F-0A08-472C335F04E9}"/>
              </a:ext>
            </a:extLst>
          </p:cNvPr>
          <p:cNvSpPr/>
          <p:nvPr/>
        </p:nvSpPr>
        <p:spPr>
          <a:xfrm>
            <a:off x="457200" y="6050280"/>
            <a:ext cx="445008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Michael Yaacoub | Sr Solution Engineer</a:t>
            </a:r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789A2CA-C5D3-5827-8EE4-6B22D38E2821}"/>
              </a:ext>
            </a:extLst>
          </p:cNvPr>
          <p:cNvSpPr/>
          <p:nvPr/>
        </p:nvSpPr>
        <p:spPr>
          <a:xfrm>
            <a:off x="457200" y="762000"/>
            <a:ext cx="1016000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Value scales with the portfolio, not with the team</a:t>
            </a:r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482DF01-978D-DC8F-5DA4-9E8353C7DC27}"/>
              </a:ext>
            </a:extLst>
          </p:cNvPr>
          <p:cNvSpPr/>
          <p:nvPr/>
        </p:nvSpPr>
        <p:spPr>
          <a:xfrm>
            <a:off x="457200" y="1569720"/>
            <a:ext cx="45720" cy="822960"/>
          </a:xfrm>
          <a:prstGeom prst="rect">
            <a:avLst/>
          </a:prstGeom>
          <a:solidFill>
            <a:srgbClr val="107C10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4F4E5B2-0912-E590-B251-E2A560DC79C8}"/>
              </a:ext>
            </a:extLst>
          </p:cNvPr>
          <p:cNvSpPr/>
          <p:nvPr/>
        </p:nvSpPr>
        <p:spPr>
          <a:xfrm>
            <a:off x="571500" y="1775460"/>
            <a:ext cx="411480" cy="411480"/>
          </a:xfrm>
          <a:prstGeom prst="ellipse">
            <a:avLst/>
          </a:prstGeom>
          <a:solidFill>
            <a:srgbClr val="107C10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5</a:t>
            </a:r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52BD894-119A-2A80-7A49-ED9944BCD080}"/>
              </a:ext>
            </a:extLst>
          </p:cNvPr>
          <p:cNvSpPr/>
          <p:nvPr/>
        </p:nvSpPr>
        <p:spPr>
          <a:xfrm>
            <a:off x="1120140" y="1569720"/>
            <a:ext cx="1061466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Portfolio cost avoidance</a:t>
            </a:r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9707E8B-9A6C-95A2-C57C-33D59B0D33D3}"/>
              </a:ext>
            </a:extLst>
          </p:cNvPr>
          <p:cNvSpPr/>
          <p:nvPr/>
        </p:nvSpPr>
        <p:spPr>
          <a:xfrm>
            <a:off x="1120140" y="2026920"/>
            <a:ext cx="106146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$298M-$550M net a year across 6,000 projects, depending on the autonomy mode.</a:t>
            </a:r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A3DA99E-48BC-218A-1E24-838B30173C5A}"/>
              </a:ext>
            </a:extLst>
          </p:cNvPr>
          <p:cNvSpPr/>
          <p:nvPr/>
        </p:nvSpPr>
        <p:spPr>
          <a:xfrm>
            <a:off x="457200" y="2697160"/>
            <a:ext cx="45720" cy="822960"/>
          </a:xfrm>
          <a:prstGeom prst="rect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F440120-12B9-53B8-3130-8C42B58F3285}"/>
              </a:ext>
            </a:extLst>
          </p:cNvPr>
          <p:cNvSpPr/>
          <p:nvPr/>
        </p:nvSpPr>
        <p:spPr>
          <a:xfrm>
            <a:off x="571500" y="2902900"/>
            <a:ext cx="411480" cy="411480"/>
          </a:xfrm>
          <a:prstGeom prst="ellipse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6</a:t>
            </a:r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7B583BA-373C-C604-5E81-32DFDE392A9C}"/>
              </a:ext>
            </a:extLst>
          </p:cNvPr>
          <p:cNvSpPr/>
          <p:nvPr/>
        </p:nvSpPr>
        <p:spPr>
          <a:xfrm>
            <a:off x="1120140" y="2697160"/>
            <a:ext cx="1061466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Consistency and reuse</a:t>
            </a:r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71C1188-BBBD-8D3F-8A45-0643455FDB8F}"/>
              </a:ext>
            </a:extLst>
          </p:cNvPr>
          <p:cNvSpPr/>
          <p:nvPr/>
        </p:nvSpPr>
        <p:spPr>
          <a:xfrm>
            <a:off x="1120140" y="3154360"/>
            <a:ext cx="106146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The same 14 agents, 9 gates and model policy run on every project.</a:t>
            </a:r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BF13E49-F508-E7B0-EA4B-CE32C3B31A8E}"/>
              </a:ext>
            </a:extLst>
          </p:cNvPr>
          <p:cNvSpPr/>
          <p:nvPr/>
        </p:nvSpPr>
        <p:spPr>
          <a:xfrm>
            <a:off x="457200" y="3824600"/>
            <a:ext cx="45720" cy="822960"/>
          </a:xfrm>
          <a:prstGeom prst="rect">
            <a:avLst/>
          </a:prstGeom>
          <a:solidFill>
            <a:srgbClr val="7A56C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4B75AFD-65A1-832C-5B4F-18ADCB8DEA7A}"/>
              </a:ext>
            </a:extLst>
          </p:cNvPr>
          <p:cNvSpPr/>
          <p:nvPr/>
        </p:nvSpPr>
        <p:spPr>
          <a:xfrm>
            <a:off x="571500" y="4030340"/>
            <a:ext cx="411480" cy="411480"/>
          </a:xfrm>
          <a:prstGeom prst="ellipse">
            <a:avLst/>
          </a:prstGeom>
          <a:solidFill>
            <a:srgbClr val="7A56C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7</a:t>
            </a:r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13711B9-DA72-1573-C5D6-2E7D17B289F9}"/>
              </a:ext>
            </a:extLst>
          </p:cNvPr>
          <p:cNvSpPr/>
          <p:nvPr/>
        </p:nvSpPr>
        <p:spPr>
          <a:xfrm>
            <a:off x="1120140" y="3824600"/>
            <a:ext cx="1061466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Audit-ready traceability</a:t>
            </a:r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32A11EF-45FF-3012-32F7-6B45C6E43322}"/>
              </a:ext>
            </a:extLst>
          </p:cNvPr>
          <p:cNvSpPr/>
          <p:nvPr/>
        </p:nvSpPr>
        <p:spPr>
          <a:xfrm>
            <a:off x="1120140" y="4281800"/>
            <a:ext cx="106146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Append-only audit trail; work items carry commit, PR and deployment links.</a:t>
            </a:r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640E4C6-CF88-570F-569C-913B7E73E0AC}"/>
              </a:ext>
            </a:extLst>
          </p:cNvPr>
          <p:cNvSpPr/>
          <p:nvPr/>
        </p:nvSpPr>
        <p:spPr>
          <a:xfrm>
            <a:off x="457200" y="4952040"/>
            <a:ext cx="45720" cy="822960"/>
          </a:xfrm>
          <a:prstGeom prst="rect">
            <a:avLst/>
          </a:prstGeom>
          <a:solidFill>
            <a:srgbClr val="1231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48A616B-E777-B18D-D2BF-EA0F6382A935}"/>
              </a:ext>
            </a:extLst>
          </p:cNvPr>
          <p:cNvSpPr/>
          <p:nvPr/>
        </p:nvSpPr>
        <p:spPr>
          <a:xfrm>
            <a:off x="571500" y="5157780"/>
            <a:ext cx="411480" cy="411480"/>
          </a:xfrm>
          <a:prstGeom prst="ellipse">
            <a:avLst/>
          </a:prstGeom>
          <a:solidFill>
            <a:srgbClr val="1231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8</a:t>
            </a:r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C9F9882-D0E4-3554-D3CA-C987C92DA77E}"/>
              </a:ext>
            </a:extLst>
          </p:cNvPr>
          <p:cNvSpPr/>
          <p:nvPr/>
        </p:nvSpPr>
        <p:spPr>
          <a:xfrm>
            <a:off x="1120140" y="4952040"/>
            <a:ext cx="1061466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Quality and improvement</a:t>
            </a:r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2FFF9B7-9EC0-B6B6-8E87-9A33CC969437}"/>
              </a:ext>
            </a:extLst>
          </p:cNvPr>
          <p:cNvSpPr/>
          <p:nvPr/>
        </p:nvSpPr>
        <p:spPr>
          <a:xfrm>
            <a:off x="1120140" y="5409240"/>
            <a:ext cx="106146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Security stage before deploy; the Insights agent feeds Planning a ranked backlog.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242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72">
            <a:extLst>
              <a:ext uri="{FF2B5EF4-FFF2-40B4-BE49-F238E27FC236}">
                <a16:creationId xmlns:a16="http://schemas.microsoft.com/office/drawing/2014/main" id="{21233EAA-294D-AD77-979C-3E55BDAE6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800" y="457200"/>
            <a:ext cx="960000" cy="240289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9CBE757E-C287-5F89-5997-4E4EB6AD2CA8}"/>
              </a:ext>
            </a:extLst>
          </p:cNvPr>
          <p:cNvSpPr/>
          <p:nvPr/>
        </p:nvSpPr>
        <p:spPr>
          <a:xfrm>
            <a:off x="457200" y="5975000"/>
            <a:ext cx="11277600" cy="12700"/>
          </a:xfrm>
          <a:prstGeom prst="rect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E3727C4-74C8-ABF7-0DB0-90C5A42473FD}"/>
              </a:ext>
            </a:extLst>
          </p:cNvPr>
          <p:cNvSpPr/>
          <p:nvPr/>
        </p:nvSpPr>
        <p:spPr>
          <a:xfrm>
            <a:off x="457200" y="6050280"/>
            <a:ext cx="445008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Michael Yaacoub | Sr Solution Engineer</a:t>
            </a:r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DDA6743-EED8-C830-1638-457D71B61154}"/>
              </a:ext>
            </a:extLst>
          </p:cNvPr>
          <p:cNvSpPr/>
          <p:nvPr/>
        </p:nvSpPr>
        <p:spPr>
          <a:xfrm>
            <a:off x="457200" y="762000"/>
            <a:ext cx="1016000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Six assumptions drive the entire estimate</a:t>
            </a:r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F975313-C147-59E0-E5FE-1C5C949ECA10}"/>
              </a:ext>
            </a:extLst>
          </p:cNvPr>
          <p:cNvSpPr/>
          <p:nvPr/>
        </p:nvSpPr>
        <p:spPr>
          <a:xfrm>
            <a:off x="457200" y="550164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Illustrative planning model, not a quotation. Validate the assumptions with a 10-project pilot.</a:t>
            </a:r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7663D98-E9C7-0555-3DB9-BE4438D2C99D}"/>
              </a:ext>
            </a:extLst>
          </p:cNvPr>
          <p:cNvSpPr/>
          <p:nvPr/>
        </p:nvSpPr>
        <p:spPr>
          <a:xfrm>
            <a:off x="457200" y="1569720"/>
            <a:ext cx="188976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05A9E"/>
                </a:solidFill>
                <a:effectLst/>
                <a:latin typeface="Calibri" panose="020F0502020204030204" pitchFamily="34" charset="0"/>
              </a:rPr>
              <a:t>Enterprise scale</a:t>
            </a:r>
            <a:endParaRPr lang="en-US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2EB54EBB-8A33-93F8-247A-0914E0B052A4}"/>
              </a:ext>
            </a:extLst>
          </p:cNvPr>
          <p:cNvSpPr/>
          <p:nvPr/>
        </p:nvSpPr>
        <p:spPr>
          <a:xfrm>
            <a:off x="3200400" y="1569720"/>
            <a:ext cx="853440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$1T market cap; 25,000 FTE across engineering, QA,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DevOps and delivery management</a:t>
            </a:r>
            <a:endParaRPr lang="en-US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D929F1A8-3ABB-9C7C-808E-15BB65D23B9B}"/>
              </a:ext>
            </a:extLst>
          </p:cNvPr>
          <p:cNvSpPr/>
          <p:nvPr/>
        </p:nvSpPr>
        <p:spPr>
          <a:xfrm>
            <a:off x="457200" y="2156460"/>
            <a:ext cx="11277600" cy="12700"/>
          </a:xfrm>
          <a:prstGeom prst="rect">
            <a:avLst/>
          </a:prstGeom>
          <a:solidFill>
            <a:srgbClr val="D6DEE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0B044FC1-6847-5C1A-9B1B-F9671BE1785F}"/>
              </a:ext>
            </a:extLst>
          </p:cNvPr>
          <p:cNvSpPr/>
          <p:nvPr/>
        </p:nvSpPr>
        <p:spPr>
          <a:xfrm>
            <a:off x="457200" y="2202180"/>
            <a:ext cx="11430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05A9E"/>
                </a:solidFill>
                <a:effectLst/>
                <a:latin typeface="Calibri" panose="020F0502020204030204" pitchFamily="34" charset="0"/>
              </a:rPr>
              <a:t>Cost base</a:t>
            </a:r>
            <a:endParaRPr lang="en-US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31E18602-CF81-4E6C-37C3-10E070A9DD30}"/>
              </a:ext>
            </a:extLst>
          </p:cNvPr>
          <p:cNvSpPr/>
          <p:nvPr/>
        </p:nvSpPr>
        <p:spPr>
          <a:xfrm>
            <a:off x="3200400" y="2202180"/>
            <a:ext cx="853440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$190,000 fully loaded per FTE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= $4.75B total engineering base</a:t>
            </a:r>
            <a:endParaRPr lang="en-US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48DC0899-5BA3-11D3-9C18-D994F8BAF038}"/>
              </a:ext>
            </a:extLst>
          </p:cNvPr>
          <p:cNvSpPr/>
          <p:nvPr/>
        </p:nvSpPr>
        <p:spPr>
          <a:xfrm>
            <a:off x="457200" y="2788920"/>
            <a:ext cx="11277600" cy="12700"/>
          </a:xfrm>
          <a:prstGeom prst="rect">
            <a:avLst/>
          </a:prstGeom>
          <a:solidFill>
            <a:srgbClr val="D6DEE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0C32AFEA-E17F-324E-432D-0D6FFF0F4727}"/>
              </a:ext>
            </a:extLst>
          </p:cNvPr>
          <p:cNvSpPr/>
          <p:nvPr/>
        </p:nvSpPr>
        <p:spPr>
          <a:xfrm>
            <a:off x="457200" y="2834640"/>
            <a:ext cx="199644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05A9E"/>
                </a:solidFill>
                <a:effectLst/>
                <a:latin typeface="Calibri" panose="020F0502020204030204" pitchFamily="34" charset="0"/>
              </a:rPr>
              <a:t>Project portfolio</a:t>
            </a:r>
            <a:endParaRPr lang="en-US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DAEF4142-3CAB-9163-5AD8-7CD2842B6E46}"/>
              </a:ext>
            </a:extLst>
          </p:cNvPr>
          <p:cNvSpPr/>
          <p:nvPr/>
        </p:nvSpPr>
        <p:spPr>
          <a:xfrm>
            <a:off x="3200400" y="2834640"/>
            <a:ext cx="853440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6,000 funded projects a year; 8 FTE for 16 weeks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= $467,692 per project = $2.81B a year</a:t>
            </a:r>
            <a:endParaRPr lang="en-US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2916B911-8B1A-98A7-C5AE-2891AC6C562F}"/>
              </a:ext>
            </a:extLst>
          </p:cNvPr>
          <p:cNvSpPr/>
          <p:nvPr/>
        </p:nvSpPr>
        <p:spPr>
          <a:xfrm>
            <a:off x="457200" y="3421380"/>
            <a:ext cx="11277600" cy="12700"/>
          </a:xfrm>
          <a:prstGeom prst="rect">
            <a:avLst/>
          </a:prstGeom>
          <a:solidFill>
            <a:srgbClr val="D6DEE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E70153A9-8C6F-2EB8-9520-40248CA0E3C5}"/>
              </a:ext>
            </a:extLst>
          </p:cNvPr>
          <p:cNvSpPr/>
          <p:nvPr/>
        </p:nvSpPr>
        <p:spPr>
          <a:xfrm>
            <a:off x="457200" y="3467100"/>
            <a:ext cx="210312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05A9E"/>
                </a:solidFill>
                <a:effectLst/>
                <a:latin typeface="Calibri" panose="020F0502020204030204" pitchFamily="34" charset="0"/>
              </a:rPr>
              <a:t>Addressable effort</a:t>
            </a:r>
            <a:endParaRPr lang="en-US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816A9BED-F380-AFB0-44CB-F0650CC5B949}"/>
              </a:ext>
            </a:extLst>
          </p:cNvPr>
          <p:cNvSpPr/>
          <p:nvPr/>
        </p:nvSpPr>
        <p:spPr>
          <a:xfrm>
            <a:off x="3200400" y="3467100"/>
            <a:ext cx="853440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45% of project effort - requirements, planning, design, code, tests,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security prep, release and ops docs = $210,462 per project</a:t>
            </a:r>
            <a:endParaRPr lang="en-US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0D685657-00EC-D53E-8244-95E8367A8856}"/>
              </a:ext>
            </a:extLst>
          </p:cNvPr>
          <p:cNvSpPr/>
          <p:nvPr/>
        </p:nvSpPr>
        <p:spPr>
          <a:xfrm>
            <a:off x="457200" y="4053840"/>
            <a:ext cx="11277600" cy="12700"/>
          </a:xfrm>
          <a:prstGeom prst="rect">
            <a:avLst/>
          </a:prstGeom>
          <a:solidFill>
            <a:srgbClr val="D6DEE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A0890ABB-ADCE-0F3E-A2FC-A246D926663B}"/>
              </a:ext>
            </a:extLst>
          </p:cNvPr>
          <p:cNvSpPr/>
          <p:nvPr/>
        </p:nvSpPr>
        <p:spPr>
          <a:xfrm>
            <a:off x="457200" y="4099560"/>
            <a:ext cx="199644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05A9E"/>
                </a:solidFill>
                <a:effectLst/>
                <a:latin typeface="Calibri" panose="020F0502020204030204" pitchFamily="34" charset="0"/>
              </a:rPr>
              <a:t>Platform run cost</a:t>
            </a:r>
            <a:endParaRPr lang="en-US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AAEC17B4-430E-19B9-6F15-B14E4CC6F119}"/>
              </a:ext>
            </a:extLst>
          </p:cNvPr>
          <p:cNvSpPr/>
          <p:nvPr/>
        </p:nvSpPr>
        <p:spPr>
          <a:xfrm>
            <a:off x="3200400" y="4099560"/>
            <a:ext cx="853440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$17.9M a year = $2,980 per project,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of which $450 is model tokens</a:t>
            </a:r>
            <a:endParaRPr lang="en-US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69924832-CE9D-0CC4-BBA1-76C8C688EE36}"/>
              </a:ext>
            </a:extLst>
          </p:cNvPr>
          <p:cNvSpPr/>
          <p:nvPr/>
        </p:nvSpPr>
        <p:spPr>
          <a:xfrm>
            <a:off x="457200" y="4686300"/>
            <a:ext cx="11277600" cy="12700"/>
          </a:xfrm>
          <a:prstGeom prst="rect">
            <a:avLst/>
          </a:prstGeom>
          <a:solidFill>
            <a:srgbClr val="D6DEE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8CE51F8E-40E8-1FCF-C3DB-A5F5E9F61EBD}"/>
              </a:ext>
            </a:extLst>
          </p:cNvPr>
          <p:cNvSpPr/>
          <p:nvPr/>
        </p:nvSpPr>
        <p:spPr>
          <a:xfrm>
            <a:off x="457200" y="4732020"/>
            <a:ext cx="199644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05A9E"/>
                </a:solidFill>
                <a:effectLst/>
                <a:latin typeface="Calibri" panose="020F0502020204030204" pitchFamily="34" charset="0"/>
              </a:rPr>
              <a:t>Year-1 investment</a:t>
            </a:r>
            <a:endParaRPr lang="en-US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45C314F4-9748-03A4-1892-FA80C4DC2B7F}"/>
              </a:ext>
            </a:extLst>
          </p:cNvPr>
          <p:cNvSpPr/>
          <p:nvPr/>
        </p:nvSpPr>
        <p:spPr>
          <a:xfrm>
            <a:off x="3200400" y="4732020"/>
            <a:ext cx="853440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$42M = run cost + $18M enablement and change management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+ $6M build, connectors and hardening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7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79">
            <a:extLst>
              <a:ext uri="{FF2B5EF4-FFF2-40B4-BE49-F238E27FC236}">
                <a16:creationId xmlns:a16="http://schemas.microsoft.com/office/drawing/2014/main" id="{2550B9A7-A77B-C6C4-6A4F-F66448254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800" y="457200"/>
            <a:ext cx="960000" cy="240289"/>
          </a:xfrm>
          <a:prstGeom prst="rect">
            <a:avLst/>
          </a:prstGeom>
        </p:spPr>
      </p:pic>
      <p:sp>
        <p:nvSpPr>
          <p:cNvPr id="81" name="Rectangle 80">
            <a:extLst>
              <a:ext uri="{FF2B5EF4-FFF2-40B4-BE49-F238E27FC236}">
                <a16:creationId xmlns:a16="http://schemas.microsoft.com/office/drawing/2014/main" id="{F4DE815D-0D7B-ECB2-E0A6-B396D8BF969A}"/>
              </a:ext>
            </a:extLst>
          </p:cNvPr>
          <p:cNvSpPr/>
          <p:nvPr/>
        </p:nvSpPr>
        <p:spPr>
          <a:xfrm>
            <a:off x="457200" y="5975000"/>
            <a:ext cx="11277600" cy="12700"/>
          </a:xfrm>
          <a:prstGeom prst="rect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9822CEB-0FFF-42D5-6DF2-7458E7EF4BC2}"/>
              </a:ext>
            </a:extLst>
          </p:cNvPr>
          <p:cNvSpPr/>
          <p:nvPr/>
        </p:nvSpPr>
        <p:spPr>
          <a:xfrm>
            <a:off x="457200" y="6050280"/>
            <a:ext cx="445008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Michael Yaacoub | Sr Solution Engineer</a:t>
            </a:r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DDA3A17-0E8C-7E2D-FBD5-B90EEEA1E361}"/>
              </a:ext>
            </a:extLst>
          </p:cNvPr>
          <p:cNvSpPr/>
          <p:nvPr/>
        </p:nvSpPr>
        <p:spPr>
          <a:xfrm>
            <a:off x="457200" y="762000"/>
            <a:ext cx="10160000" cy="929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Net annual saving rises from $134M to $550M as gates move from people to policy</a:t>
            </a:r>
            <a:endParaRPr lang="en-US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2E39870-93CB-85DC-F8BB-897CA89A0E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2055897"/>
              </p:ext>
            </p:extLst>
          </p:nvPr>
        </p:nvGraphicFramePr>
        <p:xfrm>
          <a:off x="3048000" y="1790699"/>
          <a:ext cx="6096000" cy="3470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5" name="Rectangle 84">
            <a:extLst>
              <a:ext uri="{FF2B5EF4-FFF2-40B4-BE49-F238E27FC236}">
                <a16:creationId xmlns:a16="http://schemas.microsoft.com/office/drawing/2014/main" id="{2C9B4EF9-DB93-B0EC-3EC6-68765617786C}"/>
              </a:ext>
            </a:extLst>
          </p:cNvPr>
          <p:cNvSpPr/>
          <p:nvPr/>
        </p:nvSpPr>
        <p:spPr>
          <a:xfrm>
            <a:off x="457200" y="5300000"/>
            <a:ext cx="11277600" cy="594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Manual + AI $134M · Human Review $298M · Minimal Human Review $386M · Fully Autonomous $550M net of $17.9M platform run cost, across 6,000 projects a year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99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86">
            <a:extLst>
              <a:ext uri="{FF2B5EF4-FFF2-40B4-BE49-F238E27FC236}">
                <a16:creationId xmlns:a16="http://schemas.microsoft.com/office/drawing/2014/main" id="{08BB559C-8E23-9F3D-6BAC-CFD2CC8E6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800" y="457200"/>
            <a:ext cx="960000" cy="240289"/>
          </a:xfrm>
          <a:prstGeom prst="rect">
            <a:avLst/>
          </a:prstGeom>
        </p:spPr>
      </p:pic>
      <p:sp>
        <p:nvSpPr>
          <p:cNvPr id="88" name="Rectangle 87">
            <a:extLst>
              <a:ext uri="{FF2B5EF4-FFF2-40B4-BE49-F238E27FC236}">
                <a16:creationId xmlns:a16="http://schemas.microsoft.com/office/drawing/2014/main" id="{3D28F3A1-3622-78BF-9758-B41D8ADAFA07}"/>
              </a:ext>
            </a:extLst>
          </p:cNvPr>
          <p:cNvSpPr/>
          <p:nvPr/>
        </p:nvSpPr>
        <p:spPr>
          <a:xfrm>
            <a:off x="457200" y="5975000"/>
            <a:ext cx="11277600" cy="12700"/>
          </a:xfrm>
          <a:prstGeom prst="rect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F10FA5D-D337-86D9-0EB3-CF707CD5FD42}"/>
              </a:ext>
            </a:extLst>
          </p:cNvPr>
          <p:cNvSpPr/>
          <p:nvPr/>
        </p:nvSpPr>
        <p:spPr>
          <a:xfrm>
            <a:off x="457200" y="6050280"/>
            <a:ext cx="445008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Michael Yaacoub | Sr Solution Engineer</a:t>
            </a:r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617084E-0E7F-2D63-3983-9A84B8D0583B}"/>
              </a:ext>
            </a:extLst>
          </p:cNvPr>
          <p:cNvSpPr/>
          <p:nvPr/>
        </p:nvSpPr>
        <p:spPr>
          <a:xfrm>
            <a:off x="457200" y="762000"/>
            <a:ext cx="10160000" cy="929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Minimal Human Review is the default: four gates, $386M, 9.2x return</a:t>
            </a:r>
            <a:endParaRPr lang="en-US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8E80AE9B-9E53-9FFF-DD02-04F1D7E18EEC}"/>
              </a:ext>
            </a:extLst>
          </p:cNvPr>
          <p:cNvSpPr/>
          <p:nvPr/>
        </p:nvSpPr>
        <p:spPr>
          <a:xfrm>
            <a:off x="457200" y="1965960"/>
            <a:ext cx="268224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7A543CAC-C4F9-D37C-80D5-2E296B532038}"/>
              </a:ext>
            </a:extLst>
          </p:cNvPr>
          <p:cNvSpPr/>
          <p:nvPr/>
        </p:nvSpPr>
        <p:spPr>
          <a:xfrm>
            <a:off x="457200" y="1965960"/>
            <a:ext cx="2682240" cy="685800"/>
          </a:xfrm>
          <a:prstGeom prst="rect">
            <a:avLst/>
          </a:prstGeom>
          <a:solidFill>
            <a:srgbClr val="4A5A6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0D2230B0-AEEE-EE5A-E45B-F185DDC85EBA}"/>
              </a:ext>
            </a:extLst>
          </p:cNvPr>
          <p:cNvSpPr/>
          <p:nvPr/>
        </p:nvSpPr>
        <p:spPr>
          <a:xfrm>
            <a:off x="457200" y="2057400"/>
            <a:ext cx="2682240" cy="39623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Manual + AI</a:t>
            </a:r>
            <a:endParaRPr lang="en-US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EF853EE0-5389-934F-FE9F-9D5CED42A1D3}"/>
              </a:ext>
            </a:extLst>
          </p:cNvPr>
          <p:cNvSpPr/>
          <p:nvPr/>
        </p:nvSpPr>
        <p:spPr>
          <a:xfrm>
            <a:off x="457200" y="2407919"/>
            <a:ext cx="2682240" cy="32003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today</a:t>
            </a:r>
            <a:endParaRPr lang="en-US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1E4D2BAD-88D9-4DD6-E9E9-BFC0BCE08F55}"/>
              </a:ext>
            </a:extLst>
          </p:cNvPr>
          <p:cNvSpPr/>
          <p:nvPr/>
        </p:nvSpPr>
        <p:spPr>
          <a:xfrm>
            <a:off x="594360" y="2788920"/>
            <a:ext cx="240792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Gates ad hoc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Uplift 12%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Per project $22,275</a:t>
            </a:r>
            <a:endParaRPr lang="en-US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557EF5E0-190D-AD90-4FCB-240302A61F45}"/>
              </a:ext>
            </a:extLst>
          </p:cNvPr>
          <p:cNvSpPr/>
          <p:nvPr/>
        </p:nvSpPr>
        <p:spPr>
          <a:xfrm>
            <a:off x="457200" y="3657600"/>
            <a:ext cx="2682240" cy="548640"/>
          </a:xfrm>
          <a:prstGeom prst="rect">
            <a:avLst/>
          </a:prstGeom>
          <a:solidFill>
            <a:srgbClr val="EDF2F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340A08E9-4D2D-3119-C297-A19E4EB64405}"/>
              </a:ext>
            </a:extLst>
          </p:cNvPr>
          <p:cNvSpPr/>
          <p:nvPr/>
        </p:nvSpPr>
        <p:spPr>
          <a:xfrm>
            <a:off x="457200" y="3726180"/>
            <a:ext cx="268224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4A5A6A"/>
                </a:solidFill>
                <a:effectLst/>
                <a:latin typeface="Trebuchet MS" panose="020B0603020202020204" pitchFamily="34" charset="0"/>
              </a:rPr>
              <a:t>$134M</a:t>
            </a:r>
            <a:endParaRPr lang="en-US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90622954-1D00-49ED-3117-162B49201C2F}"/>
              </a:ext>
            </a:extLst>
          </p:cNvPr>
          <p:cNvSpPr/>
          <p:nvPr/>
        </p:nvSpPr>
        <p:spPr>
          <a:xfrm>
            <a:off x="457200" y="4251960"/>
            <a:ext cx="268224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3.2x ROI · payback 3.3 mo</a:t>
            </a:r>
            <a:endParaRPr lang="en-US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B1C057B2-A332-FA0A-7E4D-F7A2A3147EB2}"/>
              </a:ext>
            </a:extLst>
          </p:cNvPr>
          <p:cNvSpPr/>
          <p:nvPr/>
        </p:nvSpPr>
        <p:spPr>
          <a:xfrm>
            <a:off x="594360" y="4876800"/>
            <a:ext cx="240792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Baseline today</a:t>
            </a:r>
            <a:endParaRPr lang="en-US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8D539B41-1F30-9B89-2E79-DB95B5111347}"/>
              </a:ext>
            </a:extLst>
          </p:cNvPr>
          <p:cNvSpPr/>
          <p:nvPr/>
        </p:nvSpPr>
        <p:spPr>
          <a:xfrm>
            <a:off x="3322320" y="1965960"/>
            <a:ext cx="268224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35BD4F3A-7DBB-4C9D-8854-F09A77151C15}"/>
              </a:ext>
            </a:extLst>
          </p:cNvPr>
          <p:cNvSpPr/>
          <p:nvPr/>
        </p:nvSpPr>
        <p:spPr>
          <a:xfrm>
            <a:off x="3322320" y="1965960"/>
            <a:ext cx="2682240" cy="685800"/>
          </a:xfrm>
          <a:prstGeom prst="rect">
            <a:avLst/>
          </a:prstGeom>
          <a:solidFill>
            <a:srgbClr val="107C10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15AA46A2-A161-C42C-6FAD-4F73C1B2C8FD}"/>
              </a:ext>
            </a:extLst>
          </p:cNvPr>
          <p:cNvSpPr/>
          <p:nvPr/>
        </p:nvSpPr>
        <p:spPr>
          <a:xfrm>
            <a:off x="3322320" y="2057400"/>
            <a:ext cx="2682240" cy="39623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Human Review</a:t>
            </a:r>
            <a:endParaRPr lang="en-US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1E0898F9-A853-14C5-A51B-DC1AD7AB775E}"/>
              </a:ext>
            </a:extLst>
          </p:cNvPr>
          <p:cNvSpPr/>
          <p:nvPr/>
        </p:nvSpPr>
        <p:spPr>
          <a:xfrm>
            <a:off x="3322320" y="2407919"/>
            <a:ext cx="2682240" cy="32003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9 of 9 gates</a:t>
            </a:r>
            <a:endParaRPr lang="en-US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59E566DE-EDB8-5B10-098E-CA1F82BBC0A7}"/>
              </a:ext>
            </a:extLst>
          </p:cNvPr>
          <p:cNvSpPr/>
          <p:nvPr/>
        </p:nvSpPr>
        <p:spPr>
          <a:xfrm>
            <a:off x="3459480" y="2788920"/>
            <a:ext cx="240792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Gates 9 of 9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Uplift 25%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Per project $49,635</a:t>
            </a:r>
            <a:endParaRPr lang="en-US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193E77D6-DF03-1A82-0845-22002DA7F3AA}"/>
              </a:ext>
            </a:extLst>
          </p:cNvPr>
          <p:cNvSpPr/>
          <p:nvPr/>
        </p:nvSpPr>
        <p:spPr>
          <a:xfrm>
            <a:off x="3322320" y="3657600"/>
            <a:ext cx="2682240" cy="548640"/>
          </a:xfrm>
          <a:prstGeom prst="rect">
            <a:avLst/>
          </a:prstGeom>
          <a:solidFill>
            <a:srgbClr val="EDF2F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57C14B8A-4DA1-6BC3-55A4-5E503AC99AD2}"/>
              </a:ext>
            </a:extLst>
          </p:cNvPr>
          <p:cNvSpPr/>
          <p:nvPr/>
        </p:nvSpPr>
        <p:spPr>
          <a:xfrm>
            <a:off x="3322320" y="3726180"/>
            <a:ext cx="268224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107C10"/>
                </a:solidFill>
                <a:effectLst/>
                <a:latin typeface="Trebuchet MS" panose="020B0603020202020204" pitchFamily="34" charset="0"/>
              </a:rPr>
              <a:t>$298M</a:t>
            </a:r>
            <a:endParaRPr lang="en-US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B52B9F75-086A-A64F-63B7-1ED0D3D5CFFD}"/>
              </a:ext>
            </a:extLst>
          </p:cNvPr>
          <p:cNvSpPr/>
          <p:nvPr/>
        </p:nvSpPr>
        <p:spPr>
          <a:xfrm>
            <a:off x="3322320" y="4251960"/>
            <a:ext cx="268224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7.1x ROI · payback 1.6 mo</a:t>
            </a:r>
            <a:endParaRPr lang="en-US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383876FF-5D35-70BD-F26E-02F008899FE0}"/>
              </a:ext>
            </a:extLst>
          </p:cNvPr>
          <p:cNvSpPr/>
          <p:nvPr/>
        </p:nvSpPr>
        <p:spPr>
          <a:xfrm>
            <a:off x="3459480" y="4876800"/>
            <a:ext cx="240792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Regulated, high-risk work</a:t>
            </a:r>
            <a:endParaRPr lang="en-US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9379B5E9-3A82-F301-C360-D221ECFF36DC}"/>
              </a:ext>
            </a:extLst>
          </p:cNvPr>
          <p:cNvSpPr/>
          <p:nvPr/>
        </p:nvSpPr>
        <p:spPr>
          <a:xfrm>
            <a:off x="6187440" y="1965960"/>
            <a:ext cx="268224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30A2E162-F02F-845B-37E7-4732B9E1C50B}"/>
              </a:ext>
            </a:extLst>
          </p:cNvPr>
          <p:cNvSpPr/>
          <p:nvPr/>
        </p:nvSpPr>
        <p:spPr>
          <a:xfrm>
            <a:off x="6187440" y="1965960"/>
            <a:ext cx="2682240" cy="685800"/>
          </a:xfrm>
          <a:prstGeom prst="rect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3F9B77EA-F6E7-EC65-2FBD-99EA2C248917}"/>
              </a:ext>
            </a:extLst>
          </p:cNvPr>
          <p:cNvSpPr/>
          <p:nvPr/>
        </p:nvSpPr>
        <p:spPr>
          <a:xfrm>
            <a:off x="6187440" y="2057400"/>
            <a:ext cx="2682240" cy="39623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Minimal Review</a:t>
            </a:r>
            <a:endParaRPr lang="en-US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91044A8D-BF51-C7FE-9C8B-6FE072940D08}"/>
              </a:ext>
            </a:extLst>
          </p:cNvPr>
          <p:cNvSpPr/>
          <p:nvPr/>
        </p:nvSpPr>
        <p:spPr>
          <a:xfrm>
            <a:off x="6187440" y="2407919"/>
            <a:ext cx="2682240" cy="32003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4 of 9 gates · DEFAULT</a:t>
            </a:r>
            <a:endParaRPr lang="en-US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356784A5-2AF3-9D5C-89E4-671BC3CC5BBD}"/>
              </a:ext>
            </a:extLst>
          </p:cNvPr>
          <p:cNvSpPr/>
          <p:nvPr/>
        </p:nvSpPr>
        <p:spPr>
          <a:xfrm>
            <a:off x="6324600" y="2788920"/>
            <a:ext cx="240792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Gates 4 of 9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Uplift 32%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Per project $64,368</a:t>
            </a:r>
            <a:endParaRPr lang="en-US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6B0DAA2C-ADE0-C41B-099F-47058DAAB32A}"/>
              </a:ext>
            </a:extLst>
          </p:cNvPr>
          <p:cNvSpPr/>
          <p:nvPr/>
        </p:nvSpPr>
        <p:spPr>
          <a:xfrm>
            <a:off x="6187440" y="3657600"/>
            <a:ext cx="2682240" cy="548640"/>
          </a:xfrm>
          <a:prstGeom prst="rect">
            <a:avLst/>
          </a:prstGeom>
          <a:solidFill>
            <a:srgbClr val="EDF2F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67F7D4E1-D067-BB09-0600-2676A1299609}"/>
              </a:ext>
            </a:extLst>
          </p:cNvPr>
          <p:cNvSpPr/>
          <p:nvPr/>
        </p:nvSpPr>
        <p:spPr>
          <a:xfrm>
            <a:off x="6187440" y="3726180"/>
            <a:ext cx="268224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rgbClr val="005A9E"/>
                </a:solidFill>
                <a:effectLst/>
                <a:latin typeface="Trebuchet MS" panose="020B0603020202020204" pitchFamily="34" charset="0"/>
              </a:rPr>
              <a:t>$386M</a:t>
            </a:r>
            <a:endParaRPr lang="en-US" dirty="0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A46449E1-731C-3506-F3D5-43E9835F8481}"/>
              </a:ext>
            </a:extLst>
          </p:cNvPr>
          <p:cNvSpPr/>
          <p:nvPr/>
        </p:nvSpPr>
        <p:spPr>
          <a:xfrm>
            <a:off x="6187440" y="4251960"/>
            <a:ext cx="268224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9.2x ROI · payback 1.2 mo</a:t>
            </a:r>
            <a:endParaRPr lang="en-US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D709D503-0511-67D4-9EBA-43EF3715E29D}"/>
              </a:ext>
            </a:extLst>
          </p:cNvPr>
          <p:cNvSpPr/>
          <p:nvPr/>
        </p:nvSpPr>
        <p:spPr>
          <a:xfrm>
            <a:off x="6324600" y="4876800"/>
            <a:ext cx="240792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Default enterprise balance</a:t>
            </a:r>
            <a:endParaRPr lang="en-US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D8E2DF8E-7225-0009-A625-9807C3494F89}"/>
              </a:ext>
            </a:extLst>
          </p:cNvPr>
          <p:cNvSpPr/>
          <p:nvPr/>
        </p:nvSpPr>
        <p:spPr>
          <a:xfrm>
            <a:off x="9052560" y="1965960"/>
            <a:ext cx="268224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41B135D8-2CE7-BE67-446B-0282E677D990}"/>
              </a:ext>
            </a:extLst>
          </p:cNvPr>
          <p:cNvSpPr/>
          <p:nvPr/>
        </p:nvSpPr>
        <p:spPr>
          <a:xfrm>
            <a:off x="9052560" y="1965960"/>
            <a:ext cx="2682240" cy="685800"/>
          </a:xfrm>
          <a:prstGeom prst="rect">
            <a:avLst/>
          </a:prstGeom>
          <a:solidFill>
            <a:srgbClr val="7A56C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9BA62579-688B-E747-138C-56DDD6244F99}"/>
              </a:ext>
            </a:extLst>
          </p:cNvPr>
          <p:cNvSpPr/>
          <p:nvPr/>
        </p:nvSpPr>
        <p:spPr>
          <a:xfrm>
            <a:off x="9052560" y="2057400"/>
            <a:ext cx="2682240" cy="39623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Autonomous</a:t>
            </a:r>
            <a:endParaRPr lang="en-US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E0010539-D7F4-A3CD-904D-95B5888EAB0E}"/>
              </a:ext>
            </a:extLst>
          </p:cNvPr>
          <p:cNvSpPr/>
          <p:nvPr/>
        </p:nvSpPr>
        <p:spPr>
          <a:xfrm>
            <a:off x="9052560" y="2407919"/>
            <a:ext cx="2682240" cy="32003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 of 9 gates</a:t>
            </a:r>
            <a:endParaRPr lang="en-US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EDCFAF18-DF35-E2C0-9085-4125844B9626}"/>
              </a:ext>
            </a:extLst>
          </p:cNvPr>
          <p:cNvSpPr/>
          <p:nvPr/>
        </p:nvSpPr>
        <p:spPr>
          <a:xfrm>
            <a:off x="9189720" y="2788920"/>
            <a:ext cx="240792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Gates none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Uplift 45%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Per project $91,728</a:t>
            </a:r>
            <a:endParaRPr lang="en-US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F2863B4F-789E-EBBE-5746-9CC5F10B16C1}"/>
              </a:ext>
            </a:extLst>
          </p:cNvPr>
          <p:cNvSpPr/>
          <p:nvPr/>
        </p:nvSpPr>
        <p:spPr>
          <a:xfrm>
            <a:off x="9052560" y="3657600"/>
            <a:ext cx="2682240" cy="548640"/>
          </a:xfrm>
          <a:prstGeom prst="rect">
            <a:avLst/>
          </a:prstGeom>
          <a:solidFill>
            <a:srgbClr val="EDF2F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8BE87E39-E73D-FF98-F99C-A0947292F83F}"/>
              </a:ext>
            </a:extLst>
          </p:cNvPr>
          <p:cNvSpPr/>
          <p:nvPr/>
        </p:nvSpPr>
        <p:spPr>
          <a:xfrm>
            <a:off x="9052560" y="3726180"/>
            <a:ext cx="268224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rgbClr val="7A56C2"/>
                </a:solidFill>
                <a:effectLst/>
                <a:latin typeface="Trebuchet MS" panose="020B0603020202020204" pitchFamily="34" charset="0"/>
              </a:rPr>
              <a:t>$550M</a:t>
            </a:r>
            <a:endParaRPr lang="en-US" dirty="0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16F56116-DDE1-B67D-FB02-F49A6CC71D08}"/>
              </a:ext>
            </a:extLst>
          </p:cNvPr>
          <p:cNvSpPr/>
          <p:nvPr/>
        </p:nvSpPr>
        <p:spPr>
          <a:xfrm>
            <a:off x="9052560" y="4251960"/>
            <a:ext cx="268224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13.1x ROI · payback 0.9 mo</a:t>
            </a:r>
            <a:endParaRPr lang="en-US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5DB2C7D0-A625-B4C8-93CE-B2A43EE5887F}"/>
              </a:ext>
            </a:extLst>
          </p:cNvPr>
          <p:cNvSpPr/>
          <p:nvPr/>
        </p:nvSpPr>
        <p:spPr>
          <a:xfrm>
            <a:off x="9189720" y="4876800"/>
            <a:ext cx="240792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Trusted repeatable patterns</a:t>
            </a:r>
            <a:endParaRPr lang="en-US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9EF4E12B-6E58-B005-BF55-D070658519C3}"/>
              </a:ext>
            </a:extLst>
          </p:cNvPr>
          <p:cNvSpPr/>
          <p:nvPr/>
        </p:nvSpPr>
        <p:spPr>
          <a:xfrm>
            <a:off x="457200" y="555498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Net annual saving across 6,000 projects a year, after the $17.9M platform run cost.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158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91">
            <a:extLst>
              <a:ext uri="{FF2B5EF4-FFF2-40B4-BE49-F238E27FC236}">
                <a16:creationId xmlns:a16="http://schemas.microsoft.com/office/drawing/2014/main" id="{92759DBD-B141-EE3C-3BE2-ADDE1920B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800" y="457200"/>
            <a:ext cx="960000" cy="240289"/>
          </a:xfrm>
          <a:prstGeom prst="rect">
            <a:avLst/>
          </a:prstGeom>
        </p:spPr>
      </p:pic>
      <p:sp>
        <p:nvSpPr>
          <p:cNvPr id="93" name="Rectangle 92">
            <a:extLst>
              <a:ext uri="{FF2B5EF4-FFF2-40B4-BE49-F238E27FC236}">
                <a16:creationId xmlns:a16="http://schemas.microsoft.com/office/drawing/2014/main" id="{DDE3CCA7-0F5D-9003-AAF6-181B349252C4}"/>
              </a:ext>
            </a:extLst>
          </p:cNvPr>
          <p:cNvSpPr/>
          <p:nvPr/>
        </p:nvSpPr>
        <p:spPr>
          <a:xfrm>
            <a:off x="457200" y="5975000"/>
            <a:ext cx="11277600" cy="12700"/>
          </a:xfrm>
          <a:prstGeom prst="rect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074180A-ECB1-4FD9-074B-377495D5019D}"/>
              </a:ext>
            </a:extLst>
          </p:cNvPr>
          <p:cNvSpPr/>
          <p:nvPr/>
        </p:nvSpPr>
        <p:spPr>
          <a:xfrm>
            <a:off x="457200" y="6050280"/>
            <a:ext cx="445008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Michael Yaacoub | Sr Solution Engineer</a:t>
            </a:r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4100DBB-C310-A4BC-3F1A-CAC8994D0AFE}"/>
              </a:ext>
            </a:extLst>
          </p:cNvPr>
          <p:cNvSpPr/>
          <p:nvPr/>
        </p:nvSpPr>
        <p:spPr>
          <a:xfrm>
            <a:off x="457200" y="762000"/>
            <a:ext cx="1016000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Five capabilities carry the platform</a:t>
            </a:r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27FF54B-1109-0B98-A74C-CB02A1D0D7FD}"/>
              </a:ext>
            </a:extLst>
          </p:cNvPr>
          <p:cNvSpPr/>
          <p:nvPr/>
        </p:nvSpPr>
        <p:spPr>
          <a:xfrm>
            <a:off x="457200" y="1569720"/>
            <a:ext cx="45720" cy="822960"/>
          </a:xfrm>
          <a:prstGeom prst="rect">
            <a:avLst/>
          </a:prstGeom>
          <a:solidFill>
            <a:srgbClr val="107C10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C3D2F41B-393B-D70F-F0A8-66DBC1FCE7C7}"/>
              </a:ext>
            </a:extLst>
          </p:cNvPr>
          <p:cNvSpPr/>
          <p:nvPr/>
        </p:nvSpPr>
        <p:spPr>
          <a:xfrm>
            <a:off x="571500" y="1775460"/>
            <a:ext cx="411480" cy="411480"/>
          </a:xfrm>
          <a:prstGeom prst="ellipse">
            <a:avLst/>
          </a:prstGeom>
          <a:solidFill>
            <a:srgbClr val="107C10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1</a:t>
            </a:r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30976BC-8D6F-38A2-7E15-EE9F65F04231}"/>
              </a:ext>
            </a:extLst>
          </p:cNvPr>
          <p:cNvSpPr/>
          <p:nvPr/>
        </p:nvSpPr>
        <p:spPr>
          <a:xfrm>
            <a:off x="1120140" y="1569720"/>
            <a:ext cx="1061466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14 specialized Foundry agents</a:t>
            </a:r>
            <a:endParaRPr lang="en-US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7F70990-238B-3EC3-9905-AB474E566A7B}"/>
              </a:ext>
            </a:extLst>
          </p:cNvPr>
          <p:cNvSpPr/>
          <p:nvPr/>
        </p:nvSpPr>
        <p:spPr>
          <a:xfrm>
            <a:off x="1120140" y="2026920"/>
            <a:ext cx="106146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One deterministic graph, ordered 010 to 120, on a shared context bus.</a:t>
            </a:r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3D67982-81B0-C65E-DF71-B4DEED00008A}"/>
              </a:ext>
            </a:extLst>
          </p:cNvPr>
          <p:cNvSpPr/>
          <p:nvPr/>
        </p:nvSpPr>
        <p:spPr>
          <a:xfrm>
            <a:off x="457200" y="2420300"/>
            <a:ext cx="45720" cy="822960"/>
          </a:xfrm>
          <a:prstGeom prst="rect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EAAC86F-64B4-9E6B-8A56-A79CF0AB903F}"/>
              </a:ext>
            </a:extLst>
          </p:cNvPr>
          <p:cNvSpPr/>
          <p:nvPr/>
        </p:nvSpPr>
        <p:spPr>
          <a:xfrm>
            <a:off x="571500" y="2626040"/>
            <a:ext cx="411480" cy="411480"/>
          </a:xfrm>
          <a:prstGeom prst="ellipse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2</a:t>
            </a:r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6C79C02-F9BD-6B3E-9937-3A694B2CB893}"/>
              </a:ext>
            </a:extLst>
          </p:cNvPr>
          <p:cNvSpPr/>
          <p:nvPr/>
        </p:nvSpPr>
        <p:spPr>
          <a:xfrm>
            <a:off x="1120140" y="2420300"/>
            <a:ext cx="1061466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Nine evidence-aware approval gates</a:t>
            </a:r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FED583A-0DF7-EF74-8D44-E2AF99146FD2}"/>
              </a:ext>
            </a:extLst>
          </p:cNvPr>
          <p:cNvSpPr/>
          <p:nvPr/>
        </p:nvSpPr>
        <p:spPr>
          <a:xfrm>
            <a:off x="1120140" y="2877500"/>
            <a:ext cx="106146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Three autonomy policies per project; evidence checked at every gate.</a:t>
            </a:r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2F20A7C-6228-6C00-3E6A-46E2B0318AC7}"/>
              </a:ext>
            </a:extLst>
          </p:cNvPr>
          <p:cNvSpPr/>
          <p:nvPr/>
        </p:nvSpPr>
        <p:spPr>
          <a:xfrm>
            <a:off x="457200" y="3270880"/>
            <a:ext cx="45720" cy="822960"/>
          </a:xfrm>
          <a:prstGeom prst="rect">
            <a:avLst/>
          </a:prstGeom>
          <a:solidFill>
            <a:srgbClr val="7A56C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1466A2FF-4288-8696-7848-1AB7FD11A639}"/>
              </a:ext>
            </a:extLst>
          </p:cNvPr>
          <p:cNvSpPr/>
          <p:nvPr/>
        </p:nvSpPr>
        <p:spPr>
          <a:xfrm>
            <a:off x="571500" y="3476620"/>
            <a:ext cx="411480" cy="411480"/>
          </a:xfrm>
          <a:prstGeom prst="ellipse">
            <a:avLst/>
          </a:prstGeom>
          <a:solidFill>
            <a:srgbClr val="7A56C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3</a:t>
            </a:r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D81ACB0-F58C-302D-437C-55664D2CF978}"/>
              </a:ext>
            </a:extLst>
          </p:cNvPr>
          <p:cNvSpPr/>
          <p:nvPr/>
        </p:nvSpPr>
        <p:spPr>
          <a:xfrm>
            <a:off x="1120140" y="3270880"/>
            <a:ext cx="1061466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Every model call through Azure API Management</a:t>
            </a:r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61102D6-A261-EAB4-AEEF-C25ADEAFE59E}"/>
              </a:ext>
            </a:extLst>
          </p:cNvPr>
          <p:cNvSpPr/>
          <p:nvPr/>
        </p:nvSpPr>
        <p:spPr>
          <a:xfrm>
            <a:off x="1120140" y="3728080"/>
            <a:ext cx="106146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Managed identity to Foundry; no browser or API bypass; every call logged.</a:t>
            </a:r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6271A6A-89D5-EED6-2A87-5C489AB1BF30}"/>
              </a:ext>
            </a:extLst>
          </p:cNvPr>
          <p:cNvSpPr/>
          <p:nvPr/>
        </p:nvSpPr>
        <p:spPr>
          <a:xfrm>
            <a:off x="457200" y="4121460"/>
            <a:ext cx="45720" cy="822960"/>
          </a:xfrm>
          <a:prstGeom prst="rect">
            <a:avLst/>
          </a:prstGeom>
          <a:solidFill>
            <a:srgbClr val="1231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580A6558-C536-850F-A60D-390BB421F0E7}"/>
              </a:ext>
            </a:extLst>
          </p:cNvPr>
          <p:cNvSpPr/>
          <p:nvPr/>
        </p:nvSpPr>
        <p:spPr>
          <a:xfrm>
            <a:off x="571500" y="4327200"/>
            <a:ext cx="411480" cy="411480"/>
          </a:xfrm>
          <a:prstGeom prst="ellipse">
            <a:avLst/>
          </a:prstGeom>
          <a:solidFill>
            <a:srgbClr val="1231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4</a:t>
            </a:r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243B8E8-BB33-7630-1840-8DBCC501149A}"/>
              </a:ext>
            </a:extLst>
          </p:cNvPr>
          <p:cNvSpPr/>
          <p:nvPr/>
        </p:nvSpPr>
        <p:spPr>
          <a:xfrm>
            <a:off x="1120140" y="4121460"/>
            <a:ext cx="1061466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Governed connectors</a:t>
            </a:r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6BA310C-521B-0B61-1C34-FA95A6F3E290}"/>
              </a:ext>
            </a:extLst>
          </p:cNvPr>
          <p:cNvSpPr/>
          <p:nvPr/>
        </p:nvSpPr>
        <p:spPr>
          <a:xfrm>
            <a:off x="1120140" y="4578660"/>
            <a:ext cx="106146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Agents never own data; each write lands in a system of record with an evidence URL.</a:t>
            </a:r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70C22B6-9099-ED12-B06A-17E550019259}"/>
              </a:ext>
            </a:extLst>
          </p:cNvPr>
          <p:cNvSpPr/>
          <p:nvPr/>
        </p:nvSpPr>
        <p:spPr>
          <a:xfrm>
            <a:off x="457200" y="4972040"/>
            <a:ext cx="45720" cy="822960"/>
          </a:xfrm>
          <a:prstGeom prst="rect">
            <a:avLst/>
          </a:prstGeom>
          <a:solidFill>
            <a:srgbClr val="107C10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AC28FA62-64E9-AC81-93C1-3BE9C5ADDA56}"/>
              </a:ext>
            </a:extLst>
          </p:cNvPr>
          <p:cNvSpPr/>
          <p:nvPr/>
        </p:nvSpPr>
        <p:spPr>
          <a:xfrm>
            <a:off x="571500" y="5177780"/>
            <a:ext cx="411480" cy="411480"/>
          </a:xfrm>
          <a:prstGeom prst="ellipse">
            <a:avLst/>
          </a:prstGeom>
          <a:solidFill>
            <a:srgbClr val="107C10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5</a:t>
            </a:r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3951797-5968-B2B0-0E9D-695708E51EE5}"/>
              </a:ext>
            </a:extLst>
          </p:cNvPr>
          <p:cNvSpPr/>
          <p:nvPr/>
        </p:nvSpPr>
        <p:spPr>
          <a:xfrm>
            <a:off x="1120140" y="4972040"/>
            <a:ext cx="1061466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Model choice and engine switching</a:t>
            </a:r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7D7D9B39-A495-0DC1-CF62-41B720CF4758}"/>
              </a:ext>
            </a:extLst>
          </p:cNvPr>
          <p:cNvSpPr/>
          <p:nvPr/>
        </p:nvSpPr>
        <p:spPr>
          <a:xfrm>
            <a:off x="1120140" y="5429240"/>
            <a:ext cx="106146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Per-agent model dropdown, Model Router, and Foundry agents or GitHub Copilot.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51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Picture 116">
            <a:extLst>
              <a:ext uri="{FF2B5EF4-FFF2-40B4-BE49-F238E27FC236}">
                <a16:creationId xmlns:a16="http://schemas.microsoft.com/office/drawing/2014/main" id="{05440017-0EB0-03E4-EE6B-46AD1D16A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800" y="457200"/>
            <a:ext cx="960000" cy="240289"/>
          </a:xfrm>
          <a:prstGeom prst="rect">
            <a:avLst/>
          </a:prstGeom>
        </p:spPr>
      </p:pic>
      <p:sp>
        <p:nvSpPr>
          <p:cNvPr id="118" name="Rectangle 117">
            <a:extLst>
              <a:ext uri="{FF2B5EF4-FFF2-40B4-BE49-F238E27FC236}">
                <a16:creationId xmlns:a16="http://schemas.microsoft.com/office/drawing/2014/main" id="{F0F74AC1-7BFE-D9ED-E70B-1ABE2D87DFD8}"/>
              </a:ext>
            </a:extLst>
          </p:cNvPr>
          <p:cNvSpPr/>
          <p:nvPr/>
        </p:nvSpPr>
        <p:spPr>
          <a:xfrm>
            <a:off x="457200" y="5975000"/>
            <a:ext cx="11277600" cy="12700"/>
          </a:xfrm>
          <a:prstGeom prst="rect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15079E9C-74B5-E57D-A965-F2B82F353EB7}"/>
              </a:ext>
            </a:extLst>
          </p:cNvPr>
          <p:cNvSpPr/>
          <p:nvPr/>
        </p:nvSpPr>
        <p:spPr>
          <a:xfrm>
            <a:off x="457200" y="6050280"/>
            <a:ext cx="445008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Michael Yaacoub | Sr Solution Engineer</a:t>
            </a:r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84BFB484-2D81-9B0E-2E8A-659FED681C0D}"/>
              </a:ext>
            </a:extLst>
          </p:cNvPr>
          <p:cNvSpPr/>
          <p:nvPr/>
        </p:nvSpPr>
        <p:spPr>
          <a:xfrm>
            <a:off x="457200" y="762000"/>
            <a:ext cx="1016000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Five more capabilities that de-risk the rollout</a:t>
            </a:r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A46D59B-22E3-CE68-6AD3-8A5AA152E8B3}"/>
              </a:ext>
            </a:extLst>
          </p:cNvPr>
          <p:cNvSpPr/>
          <p:nvPr/>
        </p:nvSpPr>
        <p:spPr>
          <a:xfrm>
            <a:off x="457200" y="1569720"/>
            <a:ext cx="3606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A9E">
                <a:alpha val="35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00F63E04-5109-CD57-2A90-34B72E3948EA}"/>
              </a:ext>
            </a:extLst>
          </p:cNvPr>
          <p:cNvSpPr/>
          <p:nvPr/>
        </p:nvSpPr>
        <p:spPr>
          <a:xfrm>
            <a:off x="685800" y="1798320"/>
            <a:ext cx="411480" cy="411480"/>
          </a:xfrm>
          <a:prstGeom prst="ellipse">
            <a:avLst/>
          </a:prstGeom>
          <a:solidFill>
            <a:srgbClr val="107C10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6</a:t>
            </a:r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3DC8CED-72B5-4BF6-64B5-682E825EC3B7}"/>
              </a:ext>
            </a:extLst>
          </p:cNvPr>
          <p:cNvSpPr/>
          <p:nvPr/>
        </p:nvSpPr>
        <p:spPr>
          <a:xfrm>
            <a:off x="1234440" y="1798320"/>
            <a:ext cx="2600960" cy="685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Human-in-the-loop editing</a:t>
            </a:r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18027C21-4790-F49F-D1BA-6D2D8D57C5B5}"/>
              </a:ext>
            </a:extLst>
          </p:cNvPr>
          <p:cNvSpPr/>
          <p:nvPr/>
        </p:nvSpPr>
        <p:spPr>
          <a:xfrm>
            <a:off x="685800" y="2621280"/>
            <a:ext cx="3149600" cy="822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Reviewers select, edit, add or remove items before publication.</a:t>
            </a:r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DAA1C65-5D31-3F70-0C0E-7BDE8A71FBDA}"/>
              </a:ext>
            </a:extLst>
          </p:cNvPr>
          <p:cNvSpPr/>
          <p:nvPr/>
        </p:nvSpPr>
        <p:spPr>
          <a:xfrm>
            <a:off x="4292600" y="1569720"/>
            <a:ext cx="3606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A9E">
                <a:alpha val="35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F3821787-A090-4882-7D3B-7EB5DF673C89}"/>
              </a:ext>
            </a:extLst>
          </p:cNvPr>
          <p:cNvSpPr/>
          <p:nvPr/>
        </p:nvSpPr>
        <p:spPr>
          <a:xfrm>
            <a:off x="4521200" y="1798320"/>
            <a:ext cx="411480" cy="411480"/>
          </a:xfrm>
          <a:prstGeom prst="ellipse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7</a:t>
            </a:r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83BF592F-981D-EB4B-6AE5-3B049CFB7A94}"/>
              </a:ext>
            </a:extLst>
          </p:cNvPr>
          <p:cNvSpPr/>
          <p:nvPr/>
        </p:nvSpPr>
        <p:spPr>
          <a:xfrm>
            <a:off x="5069840" y="1798320"/>
            <a:ext cx="260096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Durable execution</a:t>
            </a:r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8E4FBE8-0B29-CB83-FCED-E03DB22C64B9}"/>
              </a:ext>
            </a:extLst>
          </p:cNvPr>
          <p:cNvSpPr/>
          <p:nvPr/>
        </p:nvSpPr>
        <p:spPr>
          <a:xfrm>
            <a:off x="4521200" y="2346960"/>
            <a:ext cx="3149600" cy="822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Persisted queue, retries, circuit breaker and restart recovery.</a:t>
            </a:r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61F563E9-C13C-2B95-9C2B-7E1C8AFDDD9A}"/>
              </a:ext>
            </a:extLst>
          </p:cNvPr>
          <p:cNvSpPr/>
          <p:nvPr/>
        </p:nvSpPr>
        <p:spPr>
          <a:xfrm>
            <a:off x="8128000" y="1569720"/>
            <a:ext cx="3606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A9E">
                <a:alpha val="35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77AB6E11-E64C-0657-48F2-5E131AAE0F5D}"/>
              </a:ext>
            </a:extLst>
          </p:cNvPr>
          <p:cNvSpPr/>
          <p:nvPr/>
        </p:nvSpPr>
        <p:spPr>
          <a:xfrm>
            <a:off x="8356600" y="1798320"/>
            <a:ext cx="411480" cy="411480"/>
          </a:xfrm>
          <a:prstGeom prst="ellipse">
            <a:avLst/>
          </a:prstGeom>
          <a:solidFill>
            <a:srgbClr val="7A56C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8</a:t>
            </a:r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BDD6C84-9C7F-4E56-4B10-9F8524DBF230}"/>
              </a:ext>
            </a:extLst>
          </p:cNvPr>
          <p:cNvSpPr/>
          <p:nvPr/>
        </p:nvSpPr>
        <p:spPr>
          <a:xfrm>
            <a:off x="8905240" y="1798320"/>
            <a:ext cx="2600960" cy="685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Parallel project sets</a:t>
            </a:r>
            <a:endParaRPr lang="en-US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7015EEDC-5923-B025-3294-E713A25DC091}"/>
              </a:ext>
            </a:extLst>
          </p:cNvPr>
          <p:cNvSpPr/>
          <p:nvPr/>
        </p:nvSpPr>
        <p:spPr>
          <a:xfrm>
            <a:off x="8356600" y="2621280"/>
            <a:ext cx="3149600" cy="822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One wizard launches 2-20 projects with isolated runs and audit.</a:t>
            </a:r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FE261183-2DF0-2BF8-4DEE-500B708B448B}"/>
              </a:ext>
            </a:extLst>
          </p:cNvPr>
          <p:cNvSpPr/>
          <p:nvPr/>
        </p:nvSpPr>
        <p:spPr>
          <a:xfrm>
            <a:off x="457200" y="3947160"/>
            <a:ext cx="55245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A9E">
                <a:alpha val="35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7B9B0BB8-9D47-1E30-1101-844FB206E4A1}"/>
              </a:ext>
            </a:extLst>
          </p:cNvPr>
          <p:cNvSpPr/>
          <p:nvPr/>
        </p:nvSpPr>
        <p:spPr>
          <a:xfrm>
            <a:off x="685800" y="4175760"/>
            <a:ext cx="411480" cy="411480"/>
          </a:xfrm>
          <a:prstGeom prst="ellipse">
            <a:avLst/>
          </a:prstGeom>
          <a:solidFill>
            <a:srgbClr val="1231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9</a:t>
            </a:r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FFE59132-E22C-DC35-D7B0-DE5ADA956810}"/>
              </a:ext>
            </a:extLst>
          </p:cNvPr>
          <p:cNvSpPr/>
          <p:nvPr/>
        </p:nvSpPr>
        <p:spPr>
          <a:xfrm>
            <a:off x="1234440" y="4175760"/>
            <a:ext cx="451866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Iterative revisions</a:t>
            </a:r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E59F2076-17C6-691D-6EA7-162D1621E37E}"/>
              </a:ext>
            </a:extLst>
          </p:cNvPr>
          <p:cNvSpPr/>
          <p:nvPr/>
        </p:nvSpPr>
        <p:spPr>
          <a:xfrm>
            <a:off x="685800" y="4724400"/>
            <a:ext cx="5067300" cy="822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Restart from Requirements, Planning or Architecture, carrying approved gates forward.</a:t>
            </a:r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1F99DC35-D60E-5451-9A65-0CD3D6B02E54}"/>
              </a:ext>
            </a:extLst>
          </p:cNvPr>
          <p:cNvSpPr/>
          <p:nvPr/>
        </p:nvSpPr>
        <p:spPr>
          <a:xfrm>
            <a:off x="6210300" y="3947160"/>
            <a:ext cx="55245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A9E">
                <a:alpha val="35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0CC37A5B-D463-18DA-A081-46CF9F8F598B}"/>
              </a:ext>
            </a:extLst>
          </p:cNvPr>
          <p:cNvSpPr/>
          <p:nvPr/>
        </p:nvSpPr>
        <p:spPr>
          <a:xfrm>
            <a:off x="6438900" y="4175760"/>
            <a:ext cx="640080" cy="411480"/>
          </a:xfrm>
          <a:prstGeom prst="ellipse">
            <a:avLst/>
          </a:prstGeom>
          <a:solidFill>
            <a:srgbClr val="107C10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10</a:t>
            </a:r>
            <a:endParaRPr lang="en-US" sz="140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16E09A1-5FF3-170C-8DF2-7354F3C18DEE}"/>
              </a:ext>
            </a:extLst>
          </p:cNvPr>
          <p:cNvSpPr/>
          <p:nvPr/>
        </p:nvSpPr>
        <p:spPr>
          <a:xfrm>
            <a:off x="7216140" y="4175760"/>
            <a:ext cx="4290060" cy="685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Safe lifecycle and cost governance</a:t>
            </a:r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65B1D399-2594-4651-F04D-4D5CCC2636E3}"/>
              </a:ext>
            </a:extLst>
          </p:cNvPr>
          <p:cNvSpPr/>
          <p:nvPr/>
        </p:nvSpPr>
        <p:spPr>
          <a:xfrm>
            <a:off x="6438900" y="4998720"/>
            <a:ext cx="5067300" cy="594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Cascade cleanup of created resources; token limits and role permissions server-side.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965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141">
            <a:extLst>
              <a:ext uri="{FF2B5EF4-FFF2-40B4-BE49-F238E27FC236}">
                <a16:creationId xmlns:a16="http://schemas.microsoft.com/office/drawing/2014/main" id="{FD52292C-CB15-6883-6CCD-382779DDB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800" y="457200"/>
            <a:ext cx="960000" cy="240289"/>
          </a:xfrm>
          <a:prstGeom prst="rect">
            <a:avLst/>
          </a:prstGeom>
        </p:spPr>
      </p:pic>
      <p:sp>
        <p:nvSpPr>
          <p:cNvPr id="143" name="Rectangle 142">
            <a:extLst>
              <a:ext uri="{FF2B5EF4-FFF2-40B4-BE49-F238E27FC236}">
                <a16:creationId xmlns:a16="http://schemas.microsoft.com/office/drawing/2014/main" id="{350930AA-88A6-1CF4-C8FD-A5E7CF773619}"/>
              </a:ext>
            </a:extLst>
          </p:cNvPr>
          <p:cNvSpPr/>
          <p:nvPr/>
        </p:nvSpPr>
        <p:spPr>
          <a:xfrm>
            <a:off x="457200" y="5975000"/>
            <a:ext cx="11277600" cy="12700"/>
          </a:xfrm>
          <a:prstGeom prst="rect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6CD86C3E-A84E-00CD-0184-A0C08B6E1554}"/>
              </a:ext>
            </a:extLst>
          </p:cNvPr>
          <p:cNvSpPr/>
          <p:nvPr/>
        </p:nvSpPr>
        <p:spPr>
          <a:xfrm>
            <a:off x="457200" y="6050280"/>
            <a:ext cx="445008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Michael Yaacoub | Sr Solution Engineer</a:t>
            </a:r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254F75B-7C7E-B6A6-3C17-95D9AECFE918}"/>
              </a:ext>
            </a:extLst>
          </p:cNvPr>
          <p:cNvSpPr/>
          <p:nvPr/>
        </p:nvSpPr>
        <p:spPr>
          <a:xfrm>
            <a:off x="457200" y="762000"/>
            <a:ext cx="1016000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Four systems of record, one security plane</a:t>
            </a:r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9C9B75C3-5676-360F-2F10-87D6553A6500}"/>
              </a:ext>
            </a:extLst>
          </p:cNvPr>
          <p:cNvSpPr/>
          <p:nvPr/>
        </p:nvSpPr>
        <p:spPr>
          <a:xfrm>
            <a:off x="457200" y="1569720"/>
            <a:ext cx="2562225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A9E">
                <a:alpha val="35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AZURE DEVOPS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Work items, test plans, pipelines, wiki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LIVE</a:t>
            </a:r>
            <a:endParaRPr lang="en-US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A639AE1-F940-8F03-8B0D-79E6ECA3F4D1}"/>
              </a:ext>
            </a:extLst>
          </p:cNvPr>
          <p:cNvSpPr/>
          <p:nvPr/>
        </p:nvSpPr>
        <p:spPr>
          <a:xfrm>
            <a:off x="3362325" y="1569720"/>
            <a:ext cx="2562225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A9E">
                <a:alpha val="35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GITHUB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Repos, branches, pull requests, Actions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LIVE</a:t>
            </a:r>
            <a:endParaRPr lang="en-US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AB28091A-5E60-8038-D1E8-682C1AFF794B}"/>
              </a:ext>
            </a:extLst>
          </p:cNvPr>
          <p:cNvSpPr/>
          <p:nvPr/>
        </p:nvSpPr>
        <p:spPr>
          <a:xfrm>
            <a:off x="6267450" y="1569720"/>
            <a:ext cx="2562225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A9E">
                <a:alpha val="35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JIRA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Work-item system of record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EXTENSIBLE</a:t>
            </a:r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AD207732-28C7-E2D9-6E18-53AA6A731FCE}"/>
              </a:ext>
            </a:extLst>
          </p:cNvPr>
          <p:cNvSpPr/>
          <p:nvPr/>
        </p:nvSpPr>
        <p:spPr>
          <a:xfrm>
            <a:off x="9172575" y="1569720"/>
            <a:ext cx="2562225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A9E">
                <a:alpha val="35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BITBUCKET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Source control system of record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EXTENSIBLE</a:t>
            </a:r>
            <a:endParaRPr lang="en-US"/>
          </a:p>
        </p:txBody>
      </p:sp>
      <p:sp>
        <p:nvSpPr>
          <p:cNvPr id="150" name="Arrow: Down 149">
            <a:extLst>
              <a:ext uri="{FF2B5EF4-FFF2-40B4-BE49-F238E27FC236}">
                <a16:creationId xmlns:a16="http://schemas.microsoft.com/office/drawing/2014/main" id="{092442F8-9622-2694-6C26-0F0E6F5230AF}"/>
              </a:ext>
            </a:extLst>
          </p:cNvPr>
          <p:cNvSpPr/>
          <p:nvPr/>
        </p:nvSpPr>
        <p:spPr>
          <a:xfrm>
            <a:off x="1601152" y="2651760"/>
            <a:ext cx="274320" cy="365760"/>
          </a:xfrm>
          <a:prstGeom prst="downArrow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Arrow: Down 150">
            <a:extLst>
              <a:ext uri="{FF2B5EF4-FFF2-40B4-BE49-F238E27FC236}">
                <a16:creationId xmlns:a16="http://schemas.microsoft.com/office/drawing/2014/main" id="{AE2768AC-7AEE-2A06-EAAA-9D19EF35EBBE}"/>
              </a:ext>
            </a:extLst>
          </p:cNvPr>
          <p:cNvSpPr/>
          <p:nvPr/>
        </p:nvSpPr>
        <p:spPr>
          <a:xfrm>
            <a:off x="4506277" y="2651760"/>
            <a:ext cx="274320" cy="365760"/>
          </a:xfrm>
          <a:prstGeom prst="downArrow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Arrow: Down 151">
            <a:extLst>
              <a:ext uri="{FF2B5EF4-FFF2-40B4-BE49-F238E27FC236}">
                <a16:creationId xmlns:a16="http://schemas.microsoft.com/office/drawing/2014/main" id="{AD388F21-68B7-F87D-04E4-90E8520112BB}"/>
              </a:ext>
            </a:extLst>
          </p:cNvPr>
          <p:cNvSpPr/>
          <p:nvPr/>
        </p:nvSpPr>
        <p:spPr>
          <a:xfrm>
            <a:off x="7411402" y="2651760"/>
            <a:ext cx="274320" cy="365760"/>
          </a:xfrm>
          <a:prstGeom prst="downArrow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Arrow: Down 152">
            <a:extLst>
              <a:ext uri="{FF2B5EF4-FFF2-40B4-BE49-F238E27FC236}">
                <a16:creationId xmlns:a16="http://schemas.microsoft.com/office/drawing/2014/main" id="{5563A98C-6C4F-CAF5-7450-74E2F46FBA0B}"/>
              </a:ext>
            </a:extLst>
          </p:cNvPr>
          <p:cNvSpPr/>
          <p:nvPr/>
        </p:nvSpPr>
        <p:spPr>
          <a:xfrm>
            <a:off x="10316527" y="2651760"/>
            <a:ext cx="274320" cy="365760"/>
          </a:xfrm>
          <a:prstGeom prst="downArrow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7CE7E10-A160-CFFD-1FB6-68A7D4051342}"/>
              </a:ext>
            </a:extLst>
          </p:cNvPr>
          <p:cNvSpPr/>
          <p:nvPr/>
        </p:nvSpPr>
        <p:spPr>
          <a:xfrm>
            <a:off x="457200" y="3108960"/>
            <a:ext cx="11277600" cy="1112520"/>
          </a:xfrm>
          <a:prstGeom prst="rect">
            <a:avLst/>
          </a:prstGeom>
          <a:solidFill>
            <a:srgbClr val="1231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CENTRALIZED SECURITY - ENFORCED IN ONE PLACE</a:t>
            </a:r>
          </a:p>
          <a:p>
            <a:pPr>
              <a:buNone/>
            </a:pPr>
            <a:r>
              <a:rPr lang="en-US" sz="16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Entra ID and RBAC · APIM gateway with managed identity · guardrails and tool allow-lists · token limits · append-only audit - server-side, identically, for every connector above</a:t>
            </a:r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D776EE19-5D8E-3C6F-0E95-4F2B2D427B5F}"/>
              </a:ext>
            </a:extLst>
          </p:cNvPr>
          <p:cNvSpPr/>
          <p:nvPr/>
        </p:nvSpPr>
        <p:spPr>
          <a:xfrm>
            <a:off x="457200" y="4541480"/>
            <a:ext cx="11277600" cy="868679"/>
          </a:xfrm>
          <a:prstGeom prst="rect">
            <a:avLst/>
          </a:prstGeom>
          <a:solidFill>
            <a:srgbClr val="FFFFFF"/>
          </a:solidFill>
          <a:ln w="12700">
            <a:solidFill>
              <a:srgbClr val="005A9E">
                <a:alpha val="35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COST VISIBILITY - TOKENS BY PROJECT AND BY OWNER</a:t>
            </a:r>
          </a:p>
          <a:p>
            <a:pPr>
              <a:buNone/>
            </a:pPr>
            <a:r>
              <a:rPr lang="en-US" sz="16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Every call logs prompt, agent, model, token estimate, project, user, gate, run and correlation ID, so spend rolls up to a named project owner.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617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Picture 156">
            <a:extLst>
              <a:ext uri="{FF2B5EF4-FFF2-40B4-BE49-F238E27FC236}">
                <a16:creationId xmlns:a16="http://schemas.microsoft.com/office/drawing/2014/main" id="{95574679-01F2-CD42-8BFD-C366D5B98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800" y="457200"/>
            <a:ext cx="960000" cy="240289"/>
          </a:xfrm>
          <a:prstGeom prst="rect">
            <a:avLst/>
          </a:prstGeom>
        </p:spPr>
      </p:pic>
      <p:sp>
        <p:nvSpPr>
          <p:cNvPr id="158" name="Rectangle 157">
            <a:extLst>
              <a:ext uri="{FF2B5EF4-FFF2-40B4-BE49-F238E27FC236}">
                <a16:creationId xmlns:a16="http://schemas.microsoft.com/office/drawing/2014/main" id="{BFBC1561-7A36-5414-DA60-483129DC170D}"/>
              </a:ext>
            </a:extLst>
          </p:cNvPr>
          <p:cNvSpPr/>
          <p:nvPr/>
        </p:nvSpPr>
        <p:spPr>
          <a:xfrm>
            <a:off x="457200" y="5975000"/>
            <a:ext cx="11277600" cy="12700"/>
          </a:xfrm>
          <a:prstGeom prst="rect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881F1072-DB91-C2E5-01D2-91B806ED2E07}"/>
              </a:ext>
            </a:extLst>
          </p:cNvPr>
          <p:cNvSpPr/>
          <p:nvPr/>
        </p:nvSpPr>
        <p:spPr>
          <a:xfrm>
            <a:off x="457200" y="6050280"/>
            <a:ext cx="445008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Michael Yaacoub | Sr Solution Engineer</a:t>
            </a:r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57A7E4C0-2B87-C849-3434-10658679A43D}"/>
              </a:ext>
            </a:extLst>
          </p:cNvPr>
          <p:cNvSpPr/>
          <p:nvPr/>
        </p:nvSpPr>
        <p:spPr>
          <a:xfrm>
            <a:off x="457200" y="762000"/>
            <a:ext cx="1016000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Token spend is attributable per project owner</a:t>
            </a:r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CAF73AEA-8C5F-7A31-B893-4E8CA33FB60D}"/>
              </a:ext>
            </a:extLst>
          </p:cNvPr>
          <p:cNvSpPr/>
          <p:nvPr/>
        </p:nvSpPr>
        <p:spPr>
          <a:xfrm>
            <a:off x="457200" y="1569720"/>
            <a:ext cx="3606800" cy="6553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 b="1">
                <a:solidFill>
                  <a:srgbClr val="107C10"/>
                </a:solidFill>
                <a:effectLst/>
                <a:latin typeface="Trebuchet MS" panose="020B0603020202020204" pitchFamily="34" charset="0"/>
              </a:rPr>
              <a:t>$2,980</a:t>
            </a:r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25544B4C-2E34-D81C-CAB3-4AF4147E676A}"/>
              </a:ext>
            </a:extLst>
          </p:cNvPr>
          <p:cNvSpPr/>
          <p:nvPr/>
        </p:nvSpPr>
        <p:spPr>
          <a:xfrm>
            <a:off x="457200" y="2270760"/>
            <a:ext cx="360680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platform cost per project</a:t>
            </a:r>
            <a:endParaRPr lang="en-US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453E0A45-BA21-8CC9-18A9-49329904B414}"/>
              </a:ext>
            </a:extLst>
          </p:cNvPr>
          <p:cNvSpPr/>
          <p:nvPr/>
        </p:nvSpPr>
        <p:spPr>
          <a:xfrm>
            <a:off x="4292600" y="1569720"/>
            <a:ext cx="3606800" cy="6553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 b="1">
                <a:solidFill>
                  <a:srgbClr val="005A9E"/>
                </a:solidFill>
                <a:effectLst/>
                <a:latin typeface="Trebuchet MS" panose="020B0603020202020204" pitchFamily="34" charset="0"/>
              </a:rPr>
              <a:t>$450</a:t>
            </a:r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ABC272EE-3480-75D6-CB31-1F87A2085735}"/>
              </a:ext>
            </a:extLst>
          </p:cNvPr>
          <p:cNvSpPr/>
          <p:nvPr/>
        </p:nvSpPr>
        <p:spPr>
          <a:xfrm>
            <a:off x="4292600" y="2270760"/>
            <a:ext cx="360680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of that is model tokens</a:t>
            </a:r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7A4BAE02-6105-E535-F99F-D12D00924335}"/>
              </a:ext>
            </a:extLst>
          </p:cNvPr>
          <p:cNvSpPr/>
          <p:nvPr/>
        </p:nvSpPr>
        <p:spPr>
          <a:xfrm>
            <a:off x="8128000" y="1569720"/>
            <a:ext cx="3606800" cy="6553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 b="1">
                <a:solidFill>
                  <a:srgbClr val="7A56C2"/>
                </a:solidFill>
                <a:effectLst/>
                <a:latin typeface="Trebuchet MS" panose="020B0603020202020204" pitchFamily="34" charset="0"/>
              </a:rPr>
              <a:t>9</a:t>
            </a:r>
            <a:endParaRPr lang="en-US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D2CA6B4A-6040-5B88-3E07-58772A1E1BDB}"/>
              </a:ext>
            </a:extLst>
          </p:cNvPr>
          <p:cNvSpPr/>
          <p:nvPr/>
        </p:nvSpPr>
        <p:spPr>
          <a:xfrm>
            <a:off x="8128000" y="2270760"/>
            <a:ext cx="360680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identifiers logged on every model call</a:t>
            </a:r>
            <a:endParaRPr lang="en-US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C1CA62E1-EF7C-A243-2765-D34E8CA96441}"/>
              </a:ext>
            </a:extLst>
          </p:cNvPr>
          <p:cNvSpPr/>
          <p:nvPr/>
        </p:nvSpPr>
        <p:spPr>
          <a:xfrm>
            <a:off x="457200" y="3111780"/>
            <a:ext cx="11277600" cy="411480"/>
          </a:xfrm>
          <a:prstGeom prst="rect">
            <a:avLst/>
          </a:prstGeom>
          <a:solidFill>
            <a:srgbClr val="EDF2F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EBB4B835-861A-BBC9-676C-BCDEDE108606}"/>
              </a:ext>
            </a:extLst>
          </p:cNvPr>
          <p:cNvSpPr/>
          <p:nvPr/>
        </p:nvSpPr>
        <p:spPr>
          <a:xfrm>
            <a:off x="548640" y="3134640"/>
            <a:ext cx="224028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005A9E"/>
                </a:solidFill>
                <a:effectLst/>
                <a:latin typeface="Calibri" panose="020F0502020204030204" pitchFamily="34" charset="0"/>
              </a:rPr>
              <a:t>Platform cost line</a:t>
            </a:r>
            <a:endParaRPr lang="en-US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B21F71A9-5CD1-9BB0-C497-6B770852DBB5}"/>
              </a:ext>
            </a:extLst>
          </p:cNvPr>
          <p:cNvSpPr/>
          <p:nvPr/>
        </p:nvSpPr>
        <p:spPr>
          <a:xfrm>
            <a:off x="7315200" y="3134640"/>
            <a:ext cx="182880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005A9E"/>
                </a:solidFill>
                <a:effectLst/>
                <a:latin typeface="Calibri" panose="020F0502020204030204" pitchFamily="34" charset="0"/>
              </a:rPr>
              <a:t>Annual</a:t>
            </a:r>
            <a:endParaRPr lang="en-US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CE97D5E2-71E9-D514-D252-8ECEBDDBB2E4}"/>
              </a:ext>
            </a:extLst>
          </p:cNvPr>
          <p:cNvSpPr/>
          <p:nvPr/>
        </p:nvSpPr>
        <p:spPr>
          <a:xfrm>
            <a:off x="9144000" y="3134640"/>
            <a:ext cx="182880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005A9E"/>
                </a:solidFill>
                <a:effectLst/>
                <a:latin typeface="Calibri" panose="020F0502020204030204" pitchFamily="34" charset="0"/>
              </a:rPr>
              <a:t>Per project</a:t>
            </a:r>
            <a:endParaRPr lang="en-US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61BB7060-37EB-BCE1-0065-57B3E1B74AF4}"/>
              </a:ext>
            </a:extLst>
          </p:cNvPr>
          <p:cNvSpPr/>
          <p:nvPr/>
        </p:nvSpPr>
        <p:spPr>
          <a:xfrm>
            <a:off x="457200" y="3546120"/>
            <a:ext cx="11277600" cy="12700"/>
          </a:xfrm>
          <a:prstGeom prst="rect">
            <a:avLst/>
          </a:prstGeom>
          <a:solidFill>
            <a:srgbClr val="C3D2E0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9BC39398-59D6-0D41-F7A5-ED82A9FFA6EE}"/>
              </a:ext>
            </a:extLst>
          </p:cNvPr>
          <p:cNvSpPr/>
          <p:nvPr/>
        </p:nvSpPr>
        <p:spPr>
          <a:xfrm>
            <a:off x="457200" y="3591840"/>
            <a:ext cx="155448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Model tokens</a:t>
            </a:r>
            <a:endParaRPr lang="en-US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BF6141B8-D8C4-D21A-DE0E-0D354DD56516}"/>
              </a:ext>
            </a:extLst>
          </p:cNvPr>
          <p:cNvSpPr/>
          <p:nvPr/>
        </p:nvSpPr>
        <p:spPr>
          <a:xfrm>
            <a:off x="7315200" y="3591840"/>
            <a:ext cx="182880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$2.7M</a:t>
            </a:r>
            <a:endParaRPr lang="en-US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2838633C-FF4E-5F8E-312D-86B3DF03FBC9}"/>
              </a:ext>
            </a:extLst>
          </p:cNvPr>
          <p:cNvSpPr/>
          <p:nvPr/>
        </p:nvSpPr>
        <p:spPr>
          <a:xfrm>
            <a:off x="9144000" y="3591840"/>
            <a:ext cx="182880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$450</a:t>
            </a:r>
            <a:endParaRPr lang="en-US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7CF1AB92-407A-71CD-E2DA-4E77F9BD6190}"/>
              </a:ext>
            </a:extLst>
          </p:cNvPr>
          <p:cNvSpPr/>
          <p:nvPr/>
        </p:nvSpPr>
        <p:spPr>
          <a:xfrm>
            <a:off x="457200" y="4003320"/>
            <a:ext cx="498348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Infrastructure - APIM, App Service, Cosmos</a:t>
            </a:r>
            <a:endParaRPr lang="en-US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01616453-845E-1644-35FC-47C899E8DB9F}"/>
              </a:ext>
            </a:extLst>
          </p:cNvPr>
          <p:cNvSpPr/>
          <p:nvPr/>
        </p:nvSpPr>
        <p:spPr>
          <a:xfrm>
            <a:off x="7315200" y="4003320"/>
            <a:ext cx="182880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$1.2M</a:t>
            </a:r>
            <a:endParaRPr lang="en-US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72C9964F-5226-A94E-F8B5-0F4A1A811499}"/>
              </a:ext>
            </a:extLst>
          </p:cNvPr>
          <p:cNvSpPr/>
          <p:nvPr/>
        </p:nvSpPr>
        <p:spPr>
          <a:xfrm>
            <a:off x="9144000" y="4003320"/>
            <a:ext cx="182880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$200</a:t>
            </a:r>
            <a:endParaRPr lang="en-US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01FD99C8-853C-DA04-3C78-E565EEE646C9}"/>
              </a:ext>
            </a:extLst>
          </p:cNvPr>
          <p:cNvSpPr/>
          <p:nvPr/>
        </p:nvSpPr>
        <p:spPr>
          <a:xfrm>
            <a:off x="457200" y="4414800"/>
            <a:ext cx="269748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Platform team - 12 FTE</a:t>
            </a:r>
            <a:endParaRPr lang="en-US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F1C4F326-9588-EB56-4D29-3BE5243E5C93}"/>
              </a:ext>
            </a:extLst>
          </p:cNvPr>
          <p:cNvSpPr/>
          <p:nvPr/>
        </p:nvSpPr>
        <p:spPr>
          <a:xfrm>
            <a:off x="7315200" y="4414800"/>
            <a:ext cx="182880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$2.3M</a:t>
            </a:r>
            <a:endParaRPr lang="en-US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7A98676C-3B27-21F6-1080-FD7DDCF60CC5}"/>
              </a:ext>
            </a:extLst>
          </p:cNvPr>
          <p:cNvSpPr/>
          <p:nvPr/>
        </p:nvSpPr>
        <p:spPr>
          <a:xfrm>
            <a:off x="9144000" y="4414800"/>
            <a:ext cx="182880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$380</a:t>
            </a:r>
            <a:endParaRPr lang="en-US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870560FB-F3F1-8606-7997-D34A4DF6FFAF}"/>
              </a:ext>
            </a:extLst>
          </p:cNvPr>
          <p:cNvSpPr/>
          <p:nvPr/>
        </p:nvSpPr>
        <p:spPr>
          <a:xfrm>
            <a:off x="457200" y="4826280"/>
            <a:ext cx="372618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Coding-assistant seats - 25,000</a:t>
            </a:r>
            <a:endParaRPr lang="en-US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33F166A3-C3BA-6BE1-9058-B38064C86F15}"/>
              </a:ext>
            </a:extLst>
          </p:cNvPr>
          <p:cNvSpPr/>
          <p:nvPr/>
        </p:nvSpPr>
        <p:spPr>
          <a:xfrm>
            <a:off x="7315200" y="4826280"/>
            <a:ext cx="182880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$11.7M</a:t>
            </a:r>
            <a:endParaRPr lang="en-US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0DE51A92-C6D4-6302-5092-674712A6F3B2}"/>
              </a:ext>
            </a:extLst>
          </p:cNvPr>
          <p:cNvSpPr/>
          <p:nvPr/>
        </p:nvSpPr>
        <p:spPr>
          <a:xfrm>
            <a:off x="9144000" y="4826280"/>
            <a:ext cx="182880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$1,950</a:t>
            </a:r>
            <a:endParaRPr lang="en-US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87384256-4180-0ABD-D52F-877A4B45CC1B}"/>
              </a:ext>
            </a:extLst>
          </p:cNvPr>
          <p:cNvSpPr/>
          <p:nvPr/>
        </p:nvSpPr>
        <p:spPr>
          <a:xfrm>
            <a:off x="457200" y="5237760"/>
            <a:ext cx="11277600" cy="12700"/>
          </a:xfrm>
          <a:prstGeom prst="rect">
            <a:avLst/>
          </a:prstGeom>
          <a:solidFill>
            <a:srgbClr val="C3D2E0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6A9F572D-DEB1-353A-6EB9-FBB4B70F9EEA}"/>
              </a:ext>
            </a:extLst>
          </p:cNvPr>
          <p:cNvSpPr/>
          <p:nvPr/>
        </p:nvSpPr>
        <p:spPr>
          <a:xfrm>
            <a:off x="457200" y="5260620"/>
            <a:ext cx="11277600" cy="411480"/>
          </a:xfrm>
          <a:prstGeom prst="rect">
            <a:avLst/>
          </a:prstGeom>
          <a:solidFill>
            <a:srgbClr val="EDF2F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CF726CEE-CBBA-DCEE-66A7-4D273C3E3F3E}"/>
              </a:ext>
            </a:extLst>
          </p:cNvPr>
          <p:cNvSpPr/>
          <p:nvPr/>
        </p:nvSpPr>
        <p:spPr>
          <a:xfrm>
            <a:off x="548640" y="5283480"/>
            <a:ext cx="178308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Total run cost</a:t>
            </a:r>
            <a:endParaRPr lang="en-US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AFD20848-0DC0-BCA5-2E4F-B5F6A8413445}"/>
              </a:ext>
            </a:extLst>
          </p:cNvPr>
          <p:cNvSpPr/>
          <p:nvPr/>
        </p:nvSpPr>
        <p:spPr>
          <a:xfrm>
            <a:off x="7315200" y="5283480"/>
            <a:ext cx="182880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$17.9M</a:t>
            </a:r>
            <a:endParaRPr lang="en-US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991ABBCC-B05C-9394-8D48-E015FD741317}"/>
              </a:ext>
            </a:extLst>
          </p:cNvPr>
          <p:cNvSpPr/>
          <p:nvPr/>
        </p:nvSpPr>
        <p:spPr>
          <a:xfrm>
            <a:off x="9144000" y="5283480"/>
            <a:ext cx="182880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$2,980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45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Picture 167">
            <a:extLst>
              <a:ext uri="{FF2B5EF4-FFF2-40B4-BE49-F238E27FC236}">
                <a16:creationId xmlns:a16="http://schemas.microsoft.com/office/drawing/2014/main" id="{CB10EC2B-CF86-94B0-93C2-B47F89207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800" y="457200"/>
            <a:ext cx="960000" cy="240289"/>
          </a:xfrm>
          <a:prstGeom prst="rect">
            <a:avLst/>
          </a:prstGeom>
        </p:spPr>
      </p:pic>
      <p:sp>
        <p:nvSpPr>
          <p:cNvPr id="169" name="Rectangle 168">
            <a:extLst>
              <a:ext uri="{FF2B5EF4-FFF2-40B4-BE49-F238E27FC236}">
                <a16:creationId xmlns:a16="http://schemas.microsoft.com/office/drawing/2014/main" id="{DCD2798C-46B0-A6BB-35BB-89D8915E772D}"/>
              </a:ext>
            </a:extLst>
          </p:cNvPr>
          <p:cNvSpPr/>
          <p:nvPr/>
        </p:nvSpPr>
        <p:spPr>
          <a:xfrm>
            <a:off x="457200" y="5975000"/>
            <a:ext cx="11277600" cy="12700"/>
          </a:xfrm>
          <a:prstGeom prst="rect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4DD26B7D-3D72-D352-BAA4-236C451A9CE2}"/>
              </a:ext>
            </a:extLst>
          </p:cNvPr>
          <p:cNvSpPr/>
          <p:nvPr/>
        </p:nvSpPr>
        <p:spPr>
          <a:xfrm>
            <a:off x="457200" y="6050280"/>
            <a:ext cx="445008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Michael Yaacoub | Sr Solution Engineer</a:t>
            </a:r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9F605CA7-DB6A-41BC-137A-F9FB48CC6EF4}"/>
              </a:ext>
            </a:extLst>
          </p:cNvPr>
          <p:cNvSpPr/>
          <p:nvPr/>
        </p:nvSpPr>
        <p:spPr>
          <a:xfrm>
            <a:off x="457200" y="762000"/>
            <a:ext cx="10160000" cy="929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Grounding the agents in company standards is the next increment</a:t>
            </a:r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F39A560E-6331-9AAD-BF94-834C299B3C90}"/>
              </a:ext>
            </a:extLst>
          </p:cNvPr>
          <p:cNvSpPr/>
          <p:nvPr/>
        </p:nvSpPr>
        <p:spPr>
          <a:xfrm>
            <a:off x="457200" y="1965960"/>
            <a:ext cx="546735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A9E">
                <a:alpha val="35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3AF5FDF1-C6B8-67D2-8E82-9287DAA13471}"/>
              </a:ext>
            </a:extLst>
          </p:cNvPr>
          <p:cNvSpPr/>
          <p:nvPr/>
        </p:nvSpPr>
        <p:spPr>
          <a:xfrm>
            <a:off x="685800" y="2194560"/>
            <a:ext cx="411480" cy="411480"/>
          </a:xfrm>
          <a:prstGeom prst="ellipse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1</a:t>
            </a:r>
            <a:endParaRPr lang="en-US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A099577A-776B-FE1D-4F24-8D2077FE03E5}"/>
              </a:ext>
            </a:extLst>
          </p:cNvPr>
          <p:cNvSpPr/>
          <p:nvPr/>
        </p:nvSpPr>
        <p:spPr>
          <a:xfrm>
            <a:off x="1234440" y="2194560"/>
            <a:ext cx="446151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Azure API Center</a:t>
            </a:r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CDC45AF5-C6DC-45BA-5ACA-2A0B09DEEB45}"/>
              </a:ext>
            </a:extLst>
          </p:cNvPr>
          <p:cNvSpPr/>
          <p:nvPr/>
        </p:nvSpPr>
        <p:spPr>
          <a:xfrm>
            <a:off x="685800" y="2743200"/>
            <a:ext cx="5010150" cy="822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Generated code calls real, versioned, governed contracts instead of invented endpoints.</a:t>
            </a:r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FD6481E3-2175-F079-56FC-1FD1386D0551}"/>
              </a:ext>
            </a:extLst>
          </p:cNvPr>
          <p:cNvSpPr/>
          <p:nvPr/>
        </p:nvSpPr>
        <p:spPr>
          <a:xfrm>
            <a:off x="6267450" y="1965960"/>
            <a:ext cx="546735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A9E">
                <a:alpha val="35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CC30B3EB-0B1D-0E30-5637-63E7CDB5918E}"/>
              </a:ext>
            </a:extLst>
          </p:cNvPr>
          <p:cNvSpPr/>
          <p:nvPr/>
        </p:nvSpPr>
        <p:spPr>
          <a:xfrm>
            <a:off x="6496050" y="2194560"/>
            <a:ext cx="411480" cy="411480"/>
          </a:xfrm>
          <a:prstGeom prst="ellipse">
            <a:avLst/>
          </a:prstGeom>
          <a:solidFill>
            <a:srgbClr val="107C10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2</a:t>
            </a:r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CCA05DC6-2C83-CA97-7B70-47F0E3A0C054}"/>
              </a:ext>
            </a:extLst>
          </p:cNvPr>
          <p:cNvSpPr/>
          <p:nvPr/>
        </p:nvSpPr>
        <p:spPr>
          <a:xfrm>
            <a:off x="7044690" y="2194560"/>
            <a:ext cx="446151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Data catalog and dictionary</a:t>
            </a:r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997C12BD-2408-CDF3-F107-A3FD7E529F87}"/>
              </a:ext>
            </a:extLst>
          </p:cNvPr>
          <p:cNvSpPr/>
          <p:nvPr/>
        </p:nvSpPr>
        <p:spPr>
          <a:xfrm>
            <a:off x="6496050" y="2743200"/>
            <a:ext cx="5010150" cy="594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Data models and queries follow approved entities, naming standards and schemas.</a:t>
            </a:r>
            <a:endParaRPr lang="en-US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A588C9EE-A9DB-3160-A2BD-552D43F8594C}"/>
              </a:ext>
            </a:extLst>
          </p:cNvPr>
          <p:cNvSpPr/>
          <p:nvPr/>
        </p:nvSpPr>
        <p:spPr>
          <a:xfrm>
            <a:off x="457200" y="4069080"/>
            <a:ext cx="546735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A9E">
                <a:alpha val="35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04E18079-0421-A6B4-9424-AFCC635E5DF3}"/>
              </a:ext>
            </a:extLst>
          </p:cNvPr>
          <p:cNvSpPr/>
          <p:nvPr/>
        </p:nvSpPr>
        <p:spPr>
          <a:xfrm>
            <a:off x="685800" y="4297680"/>
            <a:ext cx="411480" cy="411480"/>
          </a:xfrm>
          <a:prstGeom prst="ellipse">
            <a:avLst/>
          </a:prstGeom>
          <a:solidFill>
            <a:srgbClr val="7A56C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3</a:t>
            </a:r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1EBB38E-A9D0-B869-A71E-4E4EC97114C0}"/>
              </a:ext>
            </a:extLst>
          </p:cNvPr>
          <p:cNvSpPr/>
          <p:nvPr/>
        </p:nvSpPr>
        <p:spPr>
          <a:xfrm>
            <a:off x="1234440" y="4297680"/>
            <a:ext cx="446151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Brand and design-system site</a:t>
            </a:r>
            <a:endParaRPr lang="en-US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B7813FDD-55FF-9B55-E436-0DEBA9A7B2C8}"/>
              </a:ext>
            </a:extLst>
          </p:cNvPr>
          <p:cNvSpPr/>
          <p:nvPr/>
        </p:nvSpPr>
        <p:spPr>
          <a:xfrm>
            <a:off x="685800" y="4846320"/>
            <a:ext cx="5010150" cy="822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Generated front ends use approved components, tokens, typography and accessibility rules.</a:t>
            </a:r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A1658B2D-93CD-C02F-6989-96E0341DC663}"/>
              </a:ext>
            </a:extLst>
          </p:cNvPr>
          <p:cNvSpPr/>
          <p:nvPr/>
        </p:nvSpPr>
        <p:spPr>
          <a:xfrm>
            <a:off x="6267450" y="4069080"/>
            <a:ext cx="546735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A9E">
                <a:alpha val="35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C2764256-B325-C896-3107-BDAA074F57B3}"/>
              </a:ext>
            </a:extLst>
          </p:cNvPr>
          <p:cNvSpPr/>
          <p:nvPr/>
        </p:nvSpPr>
        <p:spPr>
          <a:xfrm>
            <a:off x="6496050" y="4297680"/>
            <a:ext cx="411480" cy="411480"/>
          </a:xfrm>
          <a:prstGeom prst="ellipse">
            <a:avLst/>
          </a:prstGeom>
          <a:solidFill>
            <a:srgbClr val="1231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4</a:t>
            </a:r>
            <a:endParaRPr lang="en-US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E5FEA8D4-7C39-DF70-F62C-FF2E5F9C2CAA}"/>
              </a:ext>
            </a:extLst>
          </p:cNvPr>
          <p:cNvSpPr/>
          <p:nvPr/>
        </p:nvSpPr>
        <p:spPr>
          <a:xfrm>
            <a:off x="7044690" y="4297680"/>
            <a:ext cx="446151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Additional systems of record</a:t>
            </a:r>
            <a:endParaRPr lang="en-US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1A715E7D-D329-6B68-7BB5-C258F490D0F1}"/>
              </a:ext>
            </a:extLst>
          </p:cNvPr>
          <p:cNvSpPr/>
          <p:nvPr/>
        </p:nvSpPr>
        <p:spPr>
          <a:xfrm>
            <a:off x="6496050" y="4846320"/>
            <a:ext cx="5010150" cy="594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Jira, Bitbucket and ITSM inherit the same security, audit and cost telemetry plane.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974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Picture 188">
            <a:extLst>
              <a:ext uri="{FF2B5EF4-FFF2-40B4-BE49-F238E27FC236}">
                <a16:creationId xmlns:a16="http://schemas.microsoft.com/office/drawing/2014/main" id="{127EF041-239B-F46B-FF07-AE923FD40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800" y="457200"/>
            <a:ext cx="960000" cy="240289"/>
          </a:xfrm>
          <a:prstGeom prst="rect">
            <a:avLst/>
          </a:prstGeom>
        </p:spPr>
      </p:pic>
      <p:sp>
        <p:nvSpPr>
          <p:cNvPr id="190" name="Rectangle 189">
            <a:extLst>
              <a:ext uri="{FF2B5EF4-FFF2-40B4-BE49-F238E27FC236}">
                <a16:creationId xmlns:a16="http://schemas.microsoft.com/office/drawing/2014/main" id="{6369899B-9355-DD9B-D1CF-1AC06A942C2B}"/>
              </a:ext>
            </a:extLst>
          </p:cNvPr>
          <p:cNvSpPr/>
          <p:nvPr/>
        </p:nvSpPr>
        <p:spPr>
          <a:xfrm>
            <a:off x="457200" y="5975000"/>
            <a:ext cx="11277600" cy="12700"/>
          </a:xfrm>
          <a:prstGeom prst="rect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A99F57E6-BBD1-086B-0016-EDC1F1FEC66A}"/>
              </a:ext>
            </a:extLst>
          </p:cNvPr>
          <p:cNvSpPr/>
          <p:nvPr/>
        </p:nvSpPr>
        <p:spPr>
          <a:xfrm>
            <a:off x="457200" y="6050280"/>
            <a:ext cx="445008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Michael Yaacoub | Sr Solution Engineer</a:t>
            </a:r>
            <a:endParaRPr lang="en-US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FA62E551-366C-DD53-FC06-41601AF6220E}"/>
              </a:ext>
            </a:extLst>
          </p:cNvPr>
          <p:cNvSpPr/>
          <p:nvPr/>
        </p:nvSpPr>
        <p:spPr>
          <a:xfrm>
            <a:off x="457200" y="762000"/>
            <a:ext cx="10160000" cy="929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Every project runs the same nine-gate graph and loops back to Planning</a:t>
            </a:r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6DE0D835-BCEE-E879-ACA6-72E9B61CAA58}"/>
              </a:ext>
            </a:extLst>
          </p:cNvPr>
          <p:cNvSpPr/>
          <p:nvPr/>
        </p:nvSpPr>
        <p:spPr>
          <a:xfrm>
            <a:off x="457200" y="1965960"/>
            <a:ext cx="1981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A9E">
                <a:alpha val="35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PLAN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010 Requirements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020 Planning</a:t>
            </a:r>
            <a:endParaRPr lang="en-US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CD14A27C-E1C2-A450-9E71-8F5FB7A68784}"/>
              </a:ext>
            </a:extLst>
          </p:cNvPr>
          <p:cNvSpPr/>
          <p:nvPr/>
        </p:nvSpPr>
        <p:spPr>
          <a:xfrm>
            <a:off x="2781300" y="1965960"/>
            <a:ext cx="1981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A9E">
                <a:alpha val="35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DESIGN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030 Architecture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API contracts</a:t>
            </a:r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4B6DC6F6-36C6-ECAC-7784-0C27018DA105}"/>
              </a:ext>
            </a:extLst>
          </p:cNvPr>
          <p:cNvSpPr/>
          <p:nvPr/>
        </p:nvSpPr>
        <p:spPr>
          <a:xfrm>
            <a:off x="5105400" y="1965960"/>
            <a:ext cx="1981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A9E">
                <a:alpha val="35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BUILD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040 Code gen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Branch and PR</a:t>
            </a:r>
            <a:endParaRPr lang="en-US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191B414B-2D45-B833-B2D7-A74540C68311}"/>
              </a:ext>
            </a:extLst>
          </p:cNvPr>
          <p:cNvSpPr/>
          <p:nvPr/>
        </p:nvSpPr>
        <p:spPr>
          <a:xfrm>
            <a:off x="7429500" y="1965960"/>
            <a:ext cx="1981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A9E">
                <a:alpha val="35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TEST + SECURE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050-070 Testing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080 Security</a:t>
            </a:r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51EF4248-C4BE-934C-58C9-68A92A1AB776}"/>
              </a:ext>
            </a:extLst>
          </p:cNvPr>
          <p:cNvSpPr/>
          <p:nvPr/>
        </p:nvSpPr>
        <p:spPr>
          <a:xfrm>
            <a:off x="9753600" y="1965960"/>
            <a:ext cx="1981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A9E">
                <a:alpha val="35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DEPLOY + RUN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090 Release</a:t>
            </a:r>
          </a:p>
          <a:p>
            <a:pPr>
              <a:buNone/>
            </a:pPr>
            <a:r>
              <a:rPr lang="en-US" sz="14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100-120 Operate</a:t>
            </a:r>
            <a:endParaRPr lang="en-US"/>
          </a:p>
        </p:txBody>
      </p:sp>
      <p:sp>
        <p:nvSpPr>
          <p:cNvPr id="198" name="Arrow: Right 197">
            <a:extLst>
              <a:ext uri="{FF2B5EF4-FFF2-40B4-BE49-F238E27FC236}">
                <a16:creationId xmlns:a16="http://schemas.microsoft.com/office/drawing/2014/main" id="{A546BEBA-DEAF-FBDE-25EE-EDC1EFACABB1}"/>
              </a:ext>
            </a:extLst>
          </p:cNvPr>
          <p:cNvSpPr/>
          <p:nvPr/>
        </p:nvSpPr>
        <p:spPr>
          <a:xfrm>
            <a:off x="2472690" y="2286000"/>
            <a:ext cx="274320" cy="137160"/>
          </a:xfrm>
          <a:prstGeom prst="rightArrow">
            <a:avLst/>
          </a:prstGeom>
          <a:solidFill>
            <a:srgbClr val="1231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Arrow: Right 198">
            <a:extLst>
              <a:ext uri="{FF2B5EF4-FFF2-40B4-BE49-F238E27FC236}">
                <a16:creationId xmlns:a16="http://schemas.microsoft.com/office/drawing/2014/main" id="{9478D503-4568-6F60-612F-6C05CACC25AF}"/>
              </a:ext>
            </a:extLst>
          </p:cNvPr>
          <p:cNvSpPr/>
          <p:nvPr/>
        </p:nvSpPr>
        <p:spPr>
          <a:xfrm>
            <a:off x="4796790" y="2286000"/>
            <a:ext cx="274320" cy="137160"/>
          </a:xfrm>
          <a:prstGeom prst="rightArrow">
            <a:avLst/>
          </a:prstGeom>
          <a:solidFill>
            <a:srgbClr val="1231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Arrow: Right 199">
            <a:extLst>
              <a:ext uri="{FF2B5EF4-FFF2-40B4-BE49-F238E27FC236}">
                <a16:creationId xmlns:a16="http://schemas.microsoft.com/office/drawing/2014/main" id="{37507366-660E-0C84-A046-EEBE44B6452C}"/>
              </a:ext>
            </a:extLst>
          </p:cNvPr>
          <p:cNvSpPr/>
          <p:nvPr/>
        </p:nvSpPr>
        <p:spPr>
          <a:xfrm>
            <a:off x="7120890" y="2286000"/>
            <a:ext cx="274320" cy="137160"/>
          </a:xfrm>
          <a:prstGeom prst="rightArrow">
            <a:avLst/>
          </a:prstGeom>
          <a:solidFill>
            <a:srgbClr val="1231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Arrow: Right 200">
            <a:extLst>
              <a:ext uri="{FF2B5EF4-FFF2-40B4-BE49-F238E27FC236}">
                <a16:creationId xmlns:a16="http://schemas.microsoft.com/office/drawing/2014/main" id="{43B33934-ED71-82E3-9525-F623D2CC4F63}"/>
              </a:ext>
            </a:extLst>
          </p:cNvPr>
          <p:cNvSpPr/>
          <p:nvPr/>
        </p:nvSpPr>
        <p:spPr>
          <a:xfrm>
            <a:off x="9444990" y="2286000"/>
            <a:ext cx="274320" cy="137160"/>
          </a:xfrm>
          <a:prstGeom prst="rightArrow">
            <a:avLst/>
          </a:prstGeom>
          <a:solidFill>
            <a:srgbClr val="1231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75122ACC-4CEC-BDDD-90C8-814B6DDF73FE}"/>
              </a:ext>
            </a:extLst>
          </p:cNvPr>
          <p:cNvSpPr/>
          <p:nvPr/>
        </p:nvSpPr>
        <p:spPr>
          <a:xfrm>
            <a:off x="457200" y="3017520"/>
            <a:ext cx="11277600" cy="1112520"/>
          </a:xfrm>
          <a:prstGeom prst="rect">
            <a:avLst/>
          </a:prstGeom>
          <a:solidFill>
            <a:srgbClr val="12314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NINE EVIDENCE GATES</a:t>
            </a:r>
          </a:p>
          <a:p>
            <a:pPr>
              <a:buNone/>
            </a:pPr>
            <a:r>
              <a:rPr lang="en-US" sz="16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Plan and Scope · Backlog Generation · Architecture and Design · Code Generation · Pull Request Review · Test Acceptance · Security Review · Release and Deployment · Operate and Improve</a:t>
            </a:r>
            <a:endParaRPr lang="en-US"/>
          </a:p>
        </p:txBody>
      </p:sp>
      <p:sp>
        <p:nvSpPr>
          <p:cNvPr id="203" name="Arrow: Left 202">
            <a:extLst>
              <a:ext uri="{FF2B5EF4-FFF2-40B4-BE49-F238E27FC236}">
                <a16:creationId xmlns:a16="http://schemas.microsoft.com/office/drawing/2014/main" id="{4DE93B7D-9BA8-DCC9-935F-6085BB64CB1C}"/>
              </a:ext>
            </a:extLst>
          </p:cNvPr>
          <p:cNvSpPr/>
          <p:nvPr/>
        </p:nvSpPr>
        <p:spPr>
          <a:xfrm>
            <a:off x="457200" y="4404360"/>
            <a:ext cx="11277600" cy="228600"/>
          </a:xfrm>
          <a:prstGeom prst="leftArrow">
            <a:avLst/>
          </a:prstGeom>
          <a:solidFill>
            <a:srgbClr val="107C10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B00FDE0D-0959-02E7-9D5A-5BB960808031}"/>
              </a:ext>
            </a:extLst>
          </p:cNvPr>
          <p:cNvSpPr/>
          <p:nvPr/>
        </p:nvSpPr>
        <p:spPr>
          <a:xfrm>
            <a:off x="457200" y="4770120"/>
            <a:ext cx="11277600" cy="594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The Insights agent returns measurable thresholds and a ranked backlog to Planning. A completed project can restart a traceable revision from Requirements, Planning or Architecture.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765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Picture 290">
            <a:extLst>
              <a:ext uri="{FF2B5EF4-FFF2-40B4-BE49-F238E27FC236}">
                <a16:creationId xmlns:a16="http://schemas.microsoft.com/office/drawing/2014/main" id="{4173D25A-FABC-C8ED-CA5B-5F62603C1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800" y="457200"/>
            <a:ext cx="960000" cy="240289"/>
          </a:xfrm>
          <a:prstGeom prst="rect">
            <a:avLst/>
          </a:prstGeom>
        </p:spPr>
      </p:pic>
      <p:sp>
        <p:nvSpPr>
          <p:cNvPr id="292" name="Rectangle 291">
            <a:extLst>
              <a:ext uri="{FF2B5EF4-FFF2-40B4-BE49-F238E27FC236}">
                <a16:creationId xmlns:a16="http://schemas.microsoft.com/office/drawing/2014/main" id="{DD444683-6C2B-9257-D064-3FB424657B3B}"/>
              </a:ext>
            </a:extLst>
          </p:cNvPr>
          <p:cNvSpPr/>
          <p:nvPr/>
        </p:nvSpPr>
        <p:spPr>
          <a:xfrm>
            <a:off x="457200" y="1300000"/>
            <a:ext cx="11277600" cy="381000"/>
          </a:xfrm>
          <a:prstGeom prst="rect">
            <a:avLst/>
          </a:prstGeom>
          <a:solidFill>
            <a:srgbClr val="F2F5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05A9E"/>
                </a:solidFill>
                <a:effectLst/>
                <a:latin typeface="Trebuchet MS" panose="020B0603020202020204" pitchFamily="34" charset="0"/>
              </a:rPr>
              <a:t>THE ASK</a:t>
            </a:r>
            <a:endParaRPr lang="en-US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57FCB52D-57B6-BA9F-B5E9-1D830AA531ED}"/>
              </a:ext>
            </a:extLst>
          </p:cNvPr>
          <p:cNvSpPr/>
          <p:nvPr/>
        </p:nvSpPr>
        <p:spPr>
          <a:xfrm>
            <a:off x="457200" y="1850000"/>
            <a:ext cx="11277600" cy="1356360"/>
          </a:xfrm>
          <a:prstGeom prst="rect">
            <a:avLst/>
          </a:prstGeom>
          <a:solidFill>
            <a:srgbClr val="F2F5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>
                <a:solidFill>
                  <a:srgbClr val="12314F"/>
                </a:solidFill>
                <a:effectLst/>
                <a:latin typeface="Trebuchet MS" panose="020B0603020202020204" pitchFamily="34" charset="0"/>
              </a:rPr>
              <a:t>Fund a 10-project pilot in Minimal Human Review</a:t>
            </a:r>
            <a:endParaRPr lang="en-US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D32143D1-24FC-FD60-D522-00DF6CCCA48C}"/>
              </a:ext>
            </a:extLst>
          </p:cNvPr>
          <p:cNvSpPr/>
          <p:nvPr/>
        </p:nvSpPr>
        <p:spPr>
          <a:xfrm>
            <a:off x="457200" y="3600000"/>
            <a:ext cx="11277600" cy="868679"/>
          </a:xfrm>
          <a:prstGeom prst="rect">
            <a:avLst/>
          </a:prstGeom>
          <a:solidFill>
            <a:srgbClr val="F2F5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1 Validate the 45% addressable share and the 32% uplift on real projects.</a:t>
            </a:r>
          </a:p>
          <a:p>
            <a:pPr>
              <a:buNone/>
            </a:pPr>
            <a:r>
              <a:rPr lang="en-US" sz="16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2 Prove the security plane and per-owner cost rollup on Azure DevOps and GitHub first.</a:t>
            </a:r>
          </a:p>
          <a:p>
            <a:pPr>
              <a:buNone/>
            </a:pPr>
            <a:r>
              <a:rPr lang="en-US" sz="1600">
                <a:solidFill>
                  <a:srgbClr val="12314F"/>
                </a:solidFill>
                <a:effectLst/>
                <a:latin typeface="Calibri" panose="020F0502020204030204" pitchFamily="34" charset="0"/>
              </a:rPr>
              <a:t>3 Set autonomy per project class: Human Review, Minimal as default, Autonomous.</a:t>
            </a:r>
            <a:endParaRPr lang="en-US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DA2BD184-7DF8-A23C-56D3-044B5C73C54E}"/>
              </a:ext>
            </a:extLst>
          </p:cNvPr>
          <p:cNvSpPr/>
          <p:nvPr/>
        </p:nvSpPr>
        <p:spPr>
          <a:xfrm>
            <a:off x="457200" y="4950000"/>
            <a:ext cx="11277600" cy="411480"/>
          </a:xfrm>
          <a:prstGeom prst="rect">
            <a:avLst/>
          </a:prstGeom>
          <a:solidFill>
            <a:srgbClr val="F2F5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rgbClr val="107C10"/>
                </a:solidFill>
                <a:effectLst/>
                <a:latin typeface="Trebuchet MS" panose="020B0603020202020204" pitchFamily="34" charset="0"/>
              </a:rPr>
              <a:t>$386M a year · 9.2x year-one ROI · payback in 1.2 months</a:t>
            </a:r>
            <a:endParaRPr lang="en-US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82EB46FC-2ECF-C88B-D3FA-1D603E649D95}"/>
              </a:ext>
            </a:extLst>
          </p:cNvPr>
          <p:cNvSpPr/>
          <p:nvPr/>
        </p:nvSpPr>
        <p:spPr>
          <a:xfrm>
            <a:off x="457200" y="5600000"/>
            <a:ext cx="11277600" cy="350520"/>
          </a:xfrm>
          <a:prstGeom prst="rect">
            <a:avLst/>
          </a:prstGeom>
          <a:solidFill>
            <a:srgbClr val="F2F5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Financial figures are an illustrative planning model, not a quotation.</a:t>
            </a:r>
            <a:endParaRPr lang="en-US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069C7A31-78E3-DB01-A2E3-EC4AE8022765}"/>
              </a:ext>
            </a:extLst>
          </p:cNvPr>
          <p:cNvSpPr/>
          <p:nvPr/>
        </p:nvSpPr>
        <p:spPr>
          <a:xfrm>
            <a:off x="457200" y="5975000"/>
            <a:ext cx="11277600" cy="12700"/>
          </a:xfrm>
          <a:prstGeom prst="rect">
            <a:avLst/>
          </a:prstGeom>
          <a:solidFill>
            <a:srgbClr val="005A9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3500B879-5363-39D0-CD70-0F4111B5D4D0}"/>
              </a:ext>
            </a:extLst>
          </p:cNvPr>
          <p:cNvSpPr/>
          <p:nvPr/>
        </p:nvSpPr>
        <p:spPr>
          <a:xfrm>
            <a:off x="457200" y="6050280"/>
            <a:ext cx="4450080" cy="350520"/>
          </a:xfrm>
          <a:prstGeom prst="rect">
            <a:avLst/>
          </a:prstGeom>
          <a:solidFill>
            <a:srgbClr val="F2F5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A6A"/>
                </a:solidFill>
                <a:effectLst/>
                <a:latin typeface="Calibri" panose="020F0502020204030204" pitchFamily="34" charset="0"/>
              </a:rPr>
              <a:t>Michael Yaacoub | Sr Solution Engineer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033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1428</Words>
  <Application>Microsoft Office PowerPoint</Application>
  <PresentationFormat>Widescreen</PresentationFormat>
  <Paragraphs>232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Michael Yaacoub</cp:lastModifiedBy>
  <cp:revision>2</cp:revision>
  <dcterms:created xsi:type="dcterms:W3CDTF">2026-08-31T17:40:33Z</dcterms:created>
  <dcterms:modified xsi:type="dcterms:W3CDTF">2026-08-31T18:39:11Z</dcterms:modified>
  <cp:category/>
</cp:coreProperties>
</file>
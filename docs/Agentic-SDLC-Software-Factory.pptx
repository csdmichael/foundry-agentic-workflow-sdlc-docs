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8" dt="2026-08-28T04:08:04.540"/>
    <p1510:client id="{CA573FB5-1A6C-4067-850D-13E484921281}" v="48" dt="2026-08-28T04:12:41.6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Yaacoub" userId="S::myaacoub@microsoft.com::93f2111f-a592-4dfb-91de-5ff6341a9f88" providerId="AD" clId="Web-{00000000-0000-0000-0000-000000000000}"/>
    <pc:docChg chg="addSld delSld modSld">
      <pc:chgData name="Michael Yaacoub" userId="S::myaacoub@microsoft.com::93f2111f-a592-4dfb-91de-5ff6341a9f88" providerId="AD" clId="Web-{00000000-0000-0000-0000-000000000000}" dt="2026-08-28T04:08:04.540" v="37"/>
      <pc:docMkLst>
        <pc:docMk/>
      </pc:docMkLst>
      <pc:sldChg chg="addSp delSp modSp">
        <pc:chgData name="Michael Yaacoub" userId="S::myaacoub@microsoft.com::93f2111f-a592-4dfb-91de-5ff6341a9f88" providerId="AD" clId="Web-{00000000-0000-0000-0000-000000000000}" dt="2026-08-28T04:06:26.489" v="2"/>
        <pc:sldMkLst>
          <pc:docMk/>
          <pc:sldMk cId="0" sldId="257"/>
        </pc:sldMkLst>
        <pc:picChg chg="add del mod">
          <ac:chgData name="Michael Yaacoub" userId="S::myaacoub@microsoft.com::93f2111f-a592-4dfb-91de-5ff6341a9f88" providerId="AD" clId="Web-{00000000-0000-0000-0000-000000000000}" dt="2026-08-28T04:06:26.489" v="2"/>
          <ac:picMkLst>
            <pc:docMk/>
            <pc:sldMk cId="0" sldId="257"/>
            <ac:picMk id="22" creationId="{C72AC7C9-F11C-B98D-A7EE-F0DF293FF717}"/>
          </ac:picMkLst>
        </pc:picChg>
      </pc:sldChg>
      <pc:sldChg chg="del">
        <pc:chgData name="Michael Yaacoub" userId="S::myaacoub@microsoft.com::93f2111f-a592-4dfb-91de-5ff6341a9f88" providerId="AD" clId="Web-{00000000-0000-0000-0000-000000000000}" dt="2026-08-28T04:08:04.540" v="37"/>
        <pc:sldMkLst>
          <pc:docMk/>
          <pc:sldMk cId="0" sldId="258"/>
        </pc:sldMkLst>
      </pc:sldChg>
      <pc:sldChg chg="del">
        <pc:chgData name="Michael Yaacoub" userId="S::myaacoub@microsoft.com::93f2111f-a592-4dfb-91de-5ff6341a9f88" providerId="AD" clId="Web-{00000000-0000-0000-0000-000000000000}" dt="2026-08-28T04:05:11.161" v="0"/>
        <pc:sldMkLst>
          <pc:docMk/>
          <pc:sldMk cId="0" sldId="259"/>
        </pc:sldMkLst>
      </pc:sldChg>
      <pc:sldChg chg="addSp delSp modSp add replId">
        <pc:chgData name="Michael Yaacoub" userId="S::myaacoub@microsoft.com::93f2111f-a592-4dfb-91de-5ff6341a9f88" providerId="AD" clId="Web-{00000000-0000-0000-0000-000000000000}" dt="2026-08-28T04:07:45.509" v="36" actId="1076"/>
        <pc:sldMkLst>
          <pc:docMk/>
          <pc:sldMk cId="3045561889" sldId="267"/>
        </pc:sldMkLst>
        <pc:spChg chg="del">
          <ac:chgData name="Michael Yaacoub" userId="S::myaacoub@microsoft.com::93f2111f-a592-4dfb-91de-5ff6341a9f88" providerId="AD" clId="Web-{00000000-0000-0000-0000-000000000000}" dt="2026-08-28T04:07:40.728" v="34"/>
          <ac:spMkLst>
            <pc:docMk/>
            <pc:sldMk cId="3045561889" sldId="267"/>
            <ac:spMk id="2" creationId="{CA36F0AB-A80C-3359-7887-E5CDD21E3B8E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7:38.072" v="31"/>
          <ac:spMkLst>
            <pc:docMk/>
            <pc:sldMk cId="3045561889" sldId="267"/>
            <ac:spMk id="3" creationId="{55C5B5E7-079B-67F2-3AC6-FC9AD10BE070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7:40.728" v="33"/>
          <ac:spMkLst>
            <pc:docMk/>
            <pc:sldMk cId="3045561889" sldId="267"/>
            <ac:spMk id="4" creationId="{6982B853-1265-DFF7-E8E0-06379CAC4CEE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7:40.728" v="32"/>
          <ac:spMkLst>
            <pc:docMk/>
            <pc:sldMk cId="3045561889" sldId="267"/>
            <ac:spMk id="5" creationId="{E8F613C2-6710-FCC3-97C1-4B14F666FA3A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7:37.275" v="30"/>
          <ac:spMkLst>
            <pc:docMk/>
            <pc:sldMk cId="3045561889" sldId="267"/>
            <ac:spMk id="6" creationId="{2A40798E-749D-0B5A-EBFB-3F01247133C7}"/>
          </ac:spMkLst>
        </pc:spChg>
        <pc:spChg chg="del mod">
          <ac:chgData name="Michael Yaacoub" userId="S::myaacoub@microsoft.com::93f2111f-a592-4dfb-91de-5ff6341a9f88" providerId="AD" clId="Web-{00000000-0000-0000-0000-000000000000}" dt="2026-08-28T04:07:21.114" v="26"/>
          <ac:spMkLst>
            <pc:docMk/>
            <pc:sldMk cId="3045561889" sldId="267"/>
            <ac:spMk id="7" creationId="{963EBCAB-C224-BD67-EE4D-A4163162E1E2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1.802" v="10"/>
          <ac:spMkLst>
            <pc:docMk/>
            <pc:sldMk cId="3045561889" sldId="267"/>
            <ac:spMk id="8" creationId="{E929E449-8BFF-BCEC-C948-C749AB3904A1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27" v="23"/>
          <ac:spMkLst>
            <pc:docMk/>
            <pc:sldMk cId="3045561889" sldId="267"/>
            <ac:spMk id="9" creationId="{B601B335-480C-A119-6480-0D1636E17659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27" v="22"/>
          <ac:spMkLst>
            <pc:docMk/>
            <pc:sldMk cId="3045561889" sldId="267"/>
            <ac:spMk id="10" creationId="{1A246264-222B-9344-A132-1F2BD1EF0607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27" v="21"/>
          <ac:spMkLst>
            <pc:docMk/>
            <pc:sldMk cId="3045561889" sldId="267"/>
            <ac:spMk id="11" creationId="{21BCFD65-C125-D36A-8970-8BF79A08883F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27" v="20"/>
          <ac:spMkLst>
            <pc:docMk/>
            <pc:sldMk cId="3045561889" sldId="267"/>
            <ac:spMk id="12" creationId="{145C2B5A-E8AF-C639-1FFC-ADE92F2F69BB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27" v="19"/>
          <ac:spMkLst>
            <pc:docMk/>
            <pc:sldMk cId="3045561889" sldId="267"/>
            <ac:spMk id="13" creationId="{D096E8EA-B2B8-58C1-D014-09F181620DC7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27" v="18"/>
          <ac:spMkLst>
            <pc:docMk/>
            <pc:sldMk cId="3045561889" sldId="267"/>
            <ac:spMk id="14" creationId="{959AA998-1983-ECBE-6C38-76EFB75C3AF6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27" v="17"/>
          <ac:spMkLst>
            <pc:docMk/>
            <pc:sldMk cId="3045561889" sldId="267"/>
            <ac:spMk id="15" creationId="{E237128D-D97B-44B6-5321-8D39DBDF046F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11" v="16"/>
          <ac:spMkLst>
            <pc:docMk/>
            <pc:sldMk cId="3045561889" sldId="267"/>
            <ac:spMk id="16" creationId="{CA227A6A-1D25-B1CE-6AEE-24C1DA85D4AC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11" v="15"/>
          <ac:spMkLst>
            <pc:docMk/>
            <pc:sldMk cId="3045561889" sldId="267"/>
            <ac:spMk id="17" creationId="{412B2A56-77C6-0717-36B2-9778A169FC2C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11" v="14"/>
          <ac:spMkLst>
            <pc:docMk/>
            <pc:sldMk cId="3045561889" sldId="267"/>
            <ac:spMk id="18" creationId="{52FEA988-6B21-F095-830F-EAD145D42ECE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11" v="13"/>
          <ac:spMkLst>
            <pc:docMk/>
            <pc:sldMk cId="3045561889" sldId="267"/>
            <ac:spMk id="19" creationId="{D0B740B3-18B5-59C9-0667-0D53E68C64AB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11" v="12"/>
          <ac:spMkLst>
            <pc:docMk/>
            <pc:sldMk cId="3045561889" sldId="267"/>
            <ac:spMk id="20" creationId="{723D3FD3-995E-8293-4BB1-69106E4FA202}"/>
          </ac:spMkLst>
        </pc:spChg>
        <pc:spChg chg="del">
          <ac:chgData name="Michael Yaacoub" userId="S::myaacoub@microsoft.com::93f2111f-a592-4dfb-91de-5ff6341a9f88" providerId="AD" clId="Web-{00000000-0000-0000-0000-000000000000}" dt="2026-08-28T04:06:53.911" v="11"/>
          <ac:spMkLst>
            <pc:docMk/>
            <pc:sldMk cId="3045561889" sldId="267"/>
            <ac:spMk id="21" creationId="{5E67CBCE-7C1D-0B3A-D983-1AD7BD1462D7}"/>
          </ac:spMkLst>
        </pc:spChg>
        <pc:picChg chg="add mod">
          <ac:chgData name="Michael Yaacoub" userId="S::myaacoub@microsoft.com::93f2111f-a592-4dfb-91de-5ff6341a9f88" providerId="AD" clId="Web-{00000000-0000-0000-0000-000000000000}" dt="2026-08-28T04:07:45.509" v="36" actId="1076"/>
          <ac:picMkLst>
            <pc:docMk/>
            <pc:sldMk cId="3045561889" sldId="267"/>
            <ac:picMk id="22" creationId="{53BFE2F0-5A3B-F858-74FC-D7154ADA8F68}"/>
          </ac:picMkLst>
        </pc:picChg>
      </pc:sldChg>
    </pc:docChg>
  </pc:docChgLst>
  <pc:docChgLst>
    <pc:chgData name="Michael Yaacoub" userId="93f2111f-a592-4dfb-91de-5ff6341a9f88" providerId="ADAL" clId="{6D713B2C-407F-4201-9ABF-6A9E4E9FC160}"/>
    <pc:docChg chg="custSel modSld">
      <pc:chgData name="Michael Yaacoub" userId="93f2111f-a592-4dfb-91de-5ff6341a9f88" providerId="ADAL" clId="{6D713B2C-407F-4201-9ABF-6A9E4E9FC160}" dt="2026-08-28T04:12:41.663" v="47" actId="20577"/>
      <pc:docMkLst>
        <pc:docMk/>
      </pc:docMkLst>
      <pc:sldChg chg="addSp delSp modSp mod">
        <pc:chgData name="Michael Yaacoub" userId="93f2111f-a592-4dfb-91de-5ff6341a9f88" providerId="ADAL" clId="{6D713B2C-407F-4201-9ABF-6A9E4E9FC160}" dt="2026-08-28T04:11:43.455" v="20" actId="20577"/>
        <pc:sldMkLst>
          <pc:docMk/>
          <pc:sldMk cId="0" sldId="256"/>
        </pc:sldMkLst>
        <pc:spChg chg="mod">
          <ac:chgData name="Michael Yaacoub" userId="93f2111f-a592-4dfb-91de-5ff6341a9f88" providerId="ADAL" clId="{6D713B2C-407F-4201-9ABF-6A9E4E9FC160}" dt="2026-08-28T04:11:01.723" v="3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Michael Yaacoub" userId="93f2111f-a592-4dfb-91de-5ff6341a9f88" providerId="ADAL" clId="{6D713B2C-407F-4201-9ABF-6A9E4E9FC160}" dt="2026-08-28T04:11:38.682" v="16" actId="14100"/>
          <ac:spMkLst>
            <pc:docMk/>
            <pc:sldMk cId="0" sldId="256"/>
            <ac:spMk id="12" creationId="{00000000-0000-0000-0000-000000000000}"/>
          </ac:spMkLst>
        </pc:spChg>
        <pc:spChg chg="del">
          <ac:chgData name="Michael Yaacoub" userId="93f2111f-a592-4dfb-91de-5ff6341a9f88" providerId="ADAL" clId="{6D713B2C-407F-4201-9ABF-6A9E4E9FC160}" dt="2026-08-28T04:10:57.101" v="2" actId="21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ichael Yaacoub" userId="93f2111f-a592-4dfb-91de-5ff6341a9f88" providerId="ADAL" clId="{6D713B2C-407F-4201-9ABF-6A9E4E9FC160}" dt="2026-08-28T04:11:43.455" v="20" actId="20577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Michael Yaacoub" userId="93f2111f-a592-4dfb-91de-5ff6341a9f88" providerId="ADAL" clId="{6D713B2C-407F-4201-9ABF-6A9E4E9FC160}" dt="2026-08-28T04:11:19.626" v="14" actId="1076"/>
          <ac:spMkLst>
            <pc:docMk/>
            <pc:sldMk cId="0" sldId="256"/>
            <ac:spMk id="20" creationId="{1127706B-7188-86D6-32C7-D03CB35075C9}"/>
          </ac:spMkLst>
        </pc:spChg>
      </pc:sldChg>
      <pc:sldChg chg="modSp mod">
        <pc:chgData name="Michael Yaacoub" userId="93f2111f-a592-4dfb-91de-5ff6341a9f88" providerId="ADAL" clId="{6D713B2C-407F-4201-9ABF-6A9E4E9FC160}" dt="2026-08-28T04:12:41.663" v="47" actId="20577"/>
        <pc:sldMkLst>
          <pc:docMk/>
          <pc:sldMk cId="0" sldId="266"/>
        </pc:sldMkLst>
        <pc:spChg chg="mod">
          <ac:chgData name="Michael Yaacoub" userId="93f2111f-a592-4dfb-91de-5ff6341a9f88" providerId="ADAL" clId="{6D713B2C-407F-4201-9ABF-6A9E4E9FC160}" dt="2026-08-28T04:12:41.663" v="47" actId="20577"/>
          <ac:spMkLst>
            <pc:docMk/>
            <pc:sldMk cId="0" sldId="266"/>
            <ac:spMk id="11" creationId="{00000000-0000-0000-0000-000000000000}"/>
          </ac:spMkLst>
        </pc:spChg>
      </pc:sldChg>
      <pc:sldChg chg="modSp mod">
        <pc:chgData name="Michael Yaacoub" userId="93f2111f-a592-4dfb-91de-5ff6341a9f88" providerId="ADAL" clId="{6D713B2C-407F-4201-9ABF-6A9E4E9FC160}" dt="2026-08-28T04:10:35.299" v="1" actId="1076"/>
        <pc:sldMkLst>
          <pc:docMk/>
          <pc:sldMk cId="3045561889" sldId="267"/>
        </pc:sldMkLst>
        <pc:picChg chg="mod">
          <ac:chgData name="Michael Yaacoub" userId="93f2111f-a592-4dfb-91de-5ff6341a9f88" providerId="ADAL" clId="{6D713B2C-407F-4201-9ABF-6A9E4E9FC160}" dt="2026-08-28T04:10:35.299" v="1" actId="1076"/>
          <ac:picMkLst>
            <pc:docMk/>
            <pc:sldMk cId="3045561889" sldId="267"/>
            <ac:picMk id="22" creationId="{53BFE2F0-5A3B-F858-74FC-D7154ADA8F6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- Internal Agentic SDLC User Guide and project collaboration materials.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C07C-2FFC-F9A0-D496-9C73F3A82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5104E-D2E2-A9E0-2341-FE88CA931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202D4-220C-09B6-41CA-4C6311E97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- Internal Agentic SDLC User Guide and project collaboration materials.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65228-44EA-C932-C5CA-E9584E64C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68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https://learn.microsoft.com/en-us/agent-framework/journey/workflows
- https://learn.microsoft.com/en-us/agent-framework/workflows/
- https://github.com/csdmichael/Foundry-Agentic-Workflow-SDLC-Docs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https://github.com/csdmichael/Foundry-Agentic-Workflow-SDLC-Docs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58200" y="65105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Michael Yaacoub | Sr Solution Engineer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dmichael/Foundry-Agentic-Workflow-SDLC-Doc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dmichael/Foundry-Agentic-Workflow-SDLC-Doc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dmichael/Foundry-Agentic-Workflow-SDLC-Doc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dmichael/Foundry-Agentic-Workflow-SDLC-Doc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dmichael/Foundry-Agentic-Workflow-SDLC-Doc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dmichael/Foundry-Agentic-Workflow-SDLC-Doc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sdmichael/Foundry-Agentic-Workflow-SDLC-Doc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28016" cy="128016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3796" y="438912"/>
            <a:ext cx="128016" cy="12801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89788"/>
            <a:ext cx="128016" cy="128016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3796" y="589788"/>
            <a:ext cx="128016" cy="12801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4297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Microsoft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Agentic SDLC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Software Factory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8D8F2"/>
                </a:solidFill>
              </a:rPr>
              <a:t>Governed multi-agent software delivery from requirements to operations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323206" y="4591008"/>
            <a:ext cx="3200400" cy="1413711"/>
          </a:xfrm>
          <a:prstGeom prst="roundRect">
            <a:avLst>
              <a:gd name="adj" fmla="val 3429"/>
            </a:avLst>
          </a:prstGeom>
          <a:solidFill>
            <a:srgbClr val="102A4C">
              <a:alpha val="93000"/>
            </a:srgbClr>
          </a:solidFill>
          <a:ln w="12700">
            <a:solidFill>
              <a:srgbClr val="235A93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8252" y="472504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D3FC"/>
                </a:solidFill>
              </a:rPr>
              <a:t>Prepared by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47818" y="522964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Michael Yaacoub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70678" y="556965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D3E8F8"/>
                </a:solidFill>
              </a:rPr>
              <a:t>Sr Solution Engineer, Microsoft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074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3FC"/>
                </a:solidFill>
              </a:rPr>
              <a:t>GitHub documentation</a:t>
            </a:r>
            <a:endParaRPr lang="en-US" sz="1300" dirty="0"/>
          </a:p>
        </p:txBody>
      </p:sp>
      <p:sp>
        <p:nvSpPr>
          <p:cNvPr id="17" name="Text 15">
            <a:hlinkClick r:id="rId3"/>
          </p:cNvPr>
          <p:cNvSpPr/>
          <p:nvPr/>
        </p:nvSpPr>
        <p:spPr>
          <a:xfrm>
            <a:off x="685800" y="544982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csdmichael/Foundry-Agentic-Workflow-SDLC-Docs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6016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B9D8"/>
                </a:solidFill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128016" cy="128016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8348" y="256032"/>
            <a:ext cx="128016" cy="12801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406908"/>
            <a:ext cx="128016" cy="128016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8348" y="406908"/>
            <a:ext cx="128016" cy="12801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246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4B4B"/>
                </a:solidFill>
              </a:rPr>
              <a:t>Microsoft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32"/>
                </a:solidFill>
              </a:rPr>
              <a:t>The application in one 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</a:rPr>
              <a:t>A responsive Software Factory that combines specialized Foundry agents, explicit workflow control, and enterprise systems of record.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645920"/>
            <a:ext cx="5257800" cy="1389888"/>
          </a:xfrm>
          <a:prstGeom prst="roundRect">
            <a:avLst>
              <a:gd name="adj" fmla="val 6579"/>
            </a:avLst>
          </a:prstGeom>
          <a:solidFill>
            <a:srgbClr val="F1EEFF"/>
          </a:solidFill>
          <a:ln w="12700">
            <a:solidFill>
              <a:srgbClr val="B9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" y="1892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EFF"/>
                </a:solidFill>
              </a:rPr>
              <a:t>12 specialized agents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4672" y="23317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Requirements through Insights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5352" y="1645920"/>
            <a:ext cx="5257800" cy="1389888"/>
          </a:xfrm>
          <a:prstGeom prst="roundRect">
            <a:avLst>
              <a:gd name="adj" fmla="val 6579"/>
            </a:avLst>
          </a:prstGeom>
          <a:solidFill>
            <a:srgbClr val="EEF6FC"/>
          </a:solidFill>
          <a:ln w="12700">
            <a:solidFill>
              <a:srgbClr val="8CC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19672" y="1892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8D4"/>
                </a:solidFill>
              </a:rPr>
              <a:t>3 execution policies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9672" y="23317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Autonomous, minimal review, human 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" y="3520440"/>
            <a:ext cx="5257800" cy="1389888"/>
          </a:xfrm>
          <a:prstGeom prst="roundRect">
            <a:avLst>
              <a:gd name="adj" fmla="val 6579"/>
            </a:avLst>
          </a:prstGeom>
          <a:solidFill>
            <a:srgbClr val="F1EEFF"/>
          </a:solidFill>
          <a:ln w="12700">
            <a:solidFill>
              <a:srgbClr val="B9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" y="3767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EFF"/>
                </a:solidFill>
              </a:rPr>
              <a:t>9 evidence-aware gates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" y="42062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Policy or named-human decisions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45352" y="3520440"/>
            <a:ext cx="5257800" cy="1389888"/>
          </a:xfrm>
          <a:prstGeom prst="roundRect">
            <a:avLst>
              <a:gd name="adj" fmla="val 6579"/>
            </a:avLst>
          </a:prstGeom>
          <a:solidFill>
            <a:srgbClr val="EEF6FC"/>
          </a:solidFill>
          <a:ln w="12700">
            <a:solidFill>
              <a:srgbClr val="8CC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9672" y="3767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8D4"/>
                </a:solidFill>
              </a:rPr>
              <a:t>Durable execution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19672" y="42062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Checkpoint, resume, retry and audit</a:t>
            </a:r>
            <a:endParaRPr lang="en-US" sz="1300" dirty="0"/>
          </a:p>
        </p:txBody>
      </p:sp>
      <p:sp>
        <p:nvSpPr>
          <p:cNvPr id="21" name="Text 19">
            <a:hlinkClick r:id="rId3"/>
          </p:cNvPr>
          <p:cNvSpPr/>
          <p:nvPr/>
        </p:nvSpPr>
        <p:spPr>
          <a:xfrm>
            <a:off x="502920" y="62362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078D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Documentation: csdmichael/Foundry-Agentic-Workflow-SDLC-Docs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F972D-703C-AADF-365A-33DE209FC7D7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A2E2DE4-4535-D852-57F2-E3671DC898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32004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BFE2F0-5A3B-F858-74FC-D7154ADA8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9793"/>
            <a:ext cx="11502961" cy="639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6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128016" cy="128016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8348" y="256032"/>
            <a:ext cx="128016" cy="12801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406908"/>
            <a:ext cx="128016" cy="128016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8348" y="406908"/>
            <a:ext cx="128016" cy="12801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246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4B4B"/>
                </a:solidFill>
              </a:rPr>
              <a:t>Microsoft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32"/>
                </a:solidFill>
              </a:rPr>
              <a:t>How the framework patterns map to this POC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</a:rPr>
              <a:t>The application primarily uses an explicit sequential graph, with policy branches, revision loops, and human checkpoints.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727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Sequential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78608" y="1572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Core SDLC progression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157276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</a:rPr>
              <a:t>Guarantees stage order and evidence inheritance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121408"/>
            <a:ext cx="10716768" cy="1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Conditional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78608" y="24140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Approval policy and failure handling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2414016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</a:rPr>
              <a:t>Routes autonomous, minimal-review, human-review and error paths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962656"/>
            <a:ext cx="10716768" cy="1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2552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Loop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78608" y="32552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Request changes and improvement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3255264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</a:rPr>
              <a:t>Returns reviewer feedback to the owning agent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03904"/>
            <a:ext cx="10716768" cy="1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40965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Concurrent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78608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Project sets and selected future optimizations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409651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</a:rPr>
              <a:t>Runs independent projects or safe read-only analysis in parallel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645152"/>
            <a:ext cx="10716768" cy="1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493776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Handoff / Group chat / Magentic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78608" y="4937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Optional advanced collaboration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06440" y="49377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</a:rPr>
              <a:t>Useful where dynamic delegation or debate adds measurable value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486400"/>
            <a:ext cx="10716768" cy="1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hlinkClick r:id="rId3"/>
          </p:cNvPr>
          <p:cNvSpPr/>
          <p:nvPr/>
        </p:nvSpPr>
        <p:spPr>
          <a:xfrm>
            <a:off x="502920" y="62362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078D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Documentation: csdmichael/Foundry-Agentic-Workflow-SDLC-Docs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utonomous-SDLC-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HumanReview-SDLC-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128016" cy="128016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8348" y="256032"/>
            <a:ext cx="128016" cy="12801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406908"/>
            <a:ext cx="128016" cy="128016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8348" y="406908"/>
            <a:ext cx="128016" cy="12801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246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4B4B"/>
                </a:solidFill>
              </a:rPr>
              <a:t>Microsoft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32"/>
                </a:solidFill>
              </a:rPr>
              <a:t>Production controls covered by the POC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</a:rPr>
              <a:t>The application adds controls around model choice, external actions, recovery, notifications, and lifecycle management.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153619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12700">
            <a:solidFill>
              <a:srgbClr val="B9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6384" y="17007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FF"/>
                </a:solidFill>
              </a:rPr>
              <a:t>Model policy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87752" y="168249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Per-agent model selection, inheritance, project overrides, and Model Router where appropriate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53619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EF6FC"/>
          </a:solidFill>
          <a:ln w="12700">
            <a:solidFill>
              <a:srgbClr val="8CC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55664" y="170078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Identity and authorization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57032" y="168249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Entra ID, guest or email OTP access, configurable roles, server-side permission checks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" y="295351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12700">
            <a:solidFill>
              <a:srgbClr val="B9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" y="31181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FF"/>
                </a:solidFill>
              </a:rPr>
              <a:t>Tool and content guardrails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87752" y="309981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APIM boundary, tool allow-lists, token limits, validation, and refusal handling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295351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EF6FC"/>
          </a:solidFill>
          <a:ln w="12700">
            <a:solidFill>
              <a:srgbClr val="8CC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55664" y="311810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Resilience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57032" y="309981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Persisted workflow tasks, bounded retries, persisted circuit breaker, visible deterministic failures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0352" y="437083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12700">
            <a:solidFill>
              <a:srgbClr val="B9A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6384" y="45354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4EFF"/>
                </a:solidFill>
              </a:rPr>
              <a:t>Traceability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87752" y="451713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Agent Activity and append-only Audit Trail correlate prompts, models, artifacts, tools and decisions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99632" y="4370832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EF6FC"/>
          </a:solidFill>
          <a:ln w="12700">
            <a:solidFill>
              <a:srgbClr val="8CC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55664" y="45354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Lifecycle operations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57032" y="4517136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Owner notifications, post-completion revisions, and controlled project cleanup with retained audit projection</a:t>
            </a:r>
            <a:endParaRPr lang="en-US" sz="1150" dirty="0"/>
          </a:p>
        </p:txBody>
      </p:sp>
      <p:sp>
        <p:nvSpPr>
          <p:cNvPr id="27" name="Text 25">
            <a:hlinkClick r:id="rId3"/>
          </p:cNvPr>
          <p:cNvSpPr/>
          <p:nvPr/>
        </p:nvSpPr>
        <p:spPr>
          <a:xfrm>
            <a:off x="502920" y="62362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078D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Documentation: csdmichael/Foundry-Agentic-Workflow-SDLC-Docs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128016" cy="128016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8348" y="256032"/>
            <a:ext cx="128016" cy="12801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406908"/>
            <a:ext cx="128016" cy="128016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8348" y="406908"/>
            <a:ext cx="128016" cy="12801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246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4B4B"/>
                </a:solidFill>
              </a:rPr>
              <a:t>Microsoft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32"/>
                </a:solidFill>
              </a:rPr>
              <a:t>What is persisted and where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</a:rPr>
              <a:t>Azure DevOps and GitHub remain the durable systems of record; orchestration state, telemetry, and runtime assets support execution.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7276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Azure DevOps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1572768"/>
            <a:ext cx="8732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Epics through Tasks, sprints, queries, dashboards, delivery plans, Test Plans/Runs, wiki and evidence links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157984"/>
            <a:ext cx="10744200" cy="914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GitHub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414016"/>
            <a:ext cx="8732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Generated application repository, branch, pull request, commits, GitHub Actions and documentation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2999232"/>
            <a:ext cx="10744200" cy="914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2552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Cosmos DB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3255264"/>
            <a:ext cx="8732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Workflow tasks, checkpoints, agent context, decisions, approvals, operation state and idempotency records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10744200" cy="914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09651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Application telemetry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4096512"/>
            <a:ext cx="8732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Agent traces, workflow events, user actions, approvals, audit evidence, metrics and logs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681728"/>
            <a:ext cx="10744200" cy="914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937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</a:rPr>
              <a:t>Azure App Service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4937760"/>
            <a:ext cx="8732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033"/>
                </a:solidFill>
              </a:rPr>
              <a:t>Published Angular/Ionic UI and FastAPI service, health endpoint and OpenAPI surface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522976"/>
            <a:ext cx="10744200" cy="914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hlinkClick r:id="rId3"/>
          </p:cNvPr>
          <p:cNvSpPr/>
          <p:nvPr/>
        </p:nvSpPr>
        <p:spPr>
          <a:xfrm>
            <a:off x="502920" y="62362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078D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Documentation: csdmichael/Foundry-Agentic-Workflow-SDLC-Docs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128016" cy="128016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8348" y="256032"/>
            <a:ext cx="128016" cy="12801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406908"/>
            <a:ext cx="128016" cy="128016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8348" y="406908"/>
            <a:ext cx="128016" cy="12801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2468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4B4B"/>
                </a:solidFill>
              </a:rPr>
              <a:t>Microsoft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A32"/>
                </a:solidFill>
              </a:rPr>
              <a:t>Choose the right execution policy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1208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</a:rPr>
              <a:t>The topology and controls remain consistent; the policy changes who decides at each gate.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3474720" cy="4069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3474720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Autonomous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8952" y="2542032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78D4"/>
                </a:solidFill>
              </a:rPr>
              <a:t>0 human checkpoints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</a:rPr>
              <a:t>Policy validates evidence and records gate decisions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224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573"/>
                </a:solidFill>
              </a:rPr>
              <a:t>Best fit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5902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</a:rPr>
              <a:t>Trusted repeatable patterns, demos, high-volume project sets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25112" y="1600200"/>
            <a:ext cx="3474720" cy="4069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6B4EF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25112" y="1600200"/>
            <a:ext cx="3474720" cy="658368"/>
          </a:xfrm>
          <a:prstGeom prst="rect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53712" y="1773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Minimal Human Review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81144" y="2542032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4EFF"/>
                </a:solidFill>
              </a:rPr>
              <a:t>4 consequential checkpoints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45152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</a:rPr>
              <a:t>People review backlog, architecture, pull request, and release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0872" y="4224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573"/>
                </a:solidFill>
              </a:rPr>
              <a:t>Best fit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45152" y="45902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</a:rPr>
              <a:t>Enterprise balance between speed and control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47304" y="1600200"/>
            <a:ext cx="3474720" cy="4069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107C10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47304" y="1600200"/>
            <a:ext cx="3474720" cy="6583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75904" y="1773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Human Review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03336" y="2542032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7C10"/>
                </a:solidFill>
              </a:rPr>
              <a:t>All 9 checkpoints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67344" y="32004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</a:rPr>
              <a:t>A named reviewer decides every gated transition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13064" y="42245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573"/>
                </a:solidFill>
              </a:rPr>
              <a:t>Best fit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67344" y="459028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</a:rPr>
              <a:t>Regulated, high-risk, unfamiliar, or first-of-kind work</a:t>
            </a:r>
            <a:endParaRPr lang="en-US" sz="1300" dirty="0"/>
          </a:p>
        </p:txBody>
      </p:sp>
      <p:sp>
        <p:nvSpPr>
          <p:cNvPr id="30" name="Text 28">
            <a:hlinkClick r:id="rId3"/>
          </p:cNvPr>
          <p:cNvSpPr/>
          <p:nvPr/>
        </p:nvSpPr>
        <p:spPr>
          <a:xfrm>
            <a:off x="502920" y="62362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0078D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Documentation: csdmichael/Foundry-Agentic-Workflow-SDLC-Docs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0528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7777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28016" cy="128016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3796" y="411480"/>
            <a:ext cx="128016" cy="128016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62356"/>
            <a:ext cx="128016" cy="128016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3796" y="562356"/>
            <a:ext cx="128016" cy="12801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4023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Microsoft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Agentic delivery with control built in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B8D8F2"/>
                </a:solidFill>
              </a:rPr>
              <a:t>Agents generate. Evidence proves. Policy and people decide.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743200" y="3246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</a:rPr>
              <a:t>Prepared by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63931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Michael Yaacoub | Sr Solution Engineer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3639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Vinay Gandhi | Principal Solution Engineer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91840" y="473659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</a:rPr>
              <a:t>Documentation and reference architecture</a:t>
            </a:r>
            <a:endParaRPr lang="en-US" sz="13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2194560" y="517550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csdmichael/Foundry-Agentic-Workflow-SDLC-Docs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869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Software Factory</dc:title>
  <dc:subject>Agentic SDLC Software Factory</dc:subject>
  <dc:creator>Michael Yaacoub</dc:creator>
  <cp:lastModifiedBy>Michael Yaacoub</cp:lastModifiedBy>
  <cp:revision>15</cp:revision>
  <dcterms:created xsi:type="dcterms:W3CDTF">2026-08-28T04:03:14Z</dcterms:created>
  <dcterms:modified xsi:type="dcterms:W3CDTF">2026-08-31T16:42:04Z</dcterms:modified>
</cp:coreProperties>
</file>